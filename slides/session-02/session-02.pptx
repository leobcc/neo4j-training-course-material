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embeddings/oleObject1.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embeddings/oleObject4.bin" ContentType="application/vnd.openxmlformats-officedocument.oleObject"/>
  <Override PartName="/ppt/media/image6.svg" ContentType="image/svg+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59" d="100"/>
          <a:sy n="59" d="100"/>
        </p:scale>
        <p:origin x="964"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7.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9.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1.xml"/><Relationship Id="rId3" Type="http://schemas.openxmlformats.org/officeDocument/2006/relationships/oleObject" Target="../embeddings/oleObject2.bin"/><Relationship Id="rId4" Type="http://schemas.openxmlformats.org/officeDocument/2006/relationships/image" Target="../media/image4.emf"/></Relationships>
</file>

<file path=ppt/slideLayouts/_rels/slideLayout10.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tags" Target="../tags/tag6.xml"/><Relationship Id="rId3" Type="http://schemas.openxmlformats.org/officeDocument/2006/relationships/tags" Target="../tags/tag7.xml"/><Relationship Id="rId4" Type="http://schemas.openxmlformats.org/officeDocument/2006/relationships/tags" Target="../tags/tag8.xml"/><Relationship Id="rId5" Type="http://schemas.openxmlformats.org/officeDocument/2006/relationships/slideMaster" Target="../slideMasters/slideMaster1.xml"/><Relationship Id="rId6" Type="http://schemas.openxmlformats.org/officeDocument/2006/relationships/oleObject" Target="../embeddings/oleObject3.bin"/><Relationship Id="rId7" Type="http://schemas.openxmlformats.org/officeDocument/2006/relationships/image" Target="../media/image5.emf"/></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www.capgemini.com/optimize-your-business-and-it-operations" TargetMode="External"/><Relationship Id="rId3"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15.xml.rels><?xml version='1.0' encoding='UTF-8' standalone='yes'?>
<Relationships xmlns="http://schemas.openxmlformats.org/package/2006/relationships"><Relationship Id="rId1" Type="http://schemas.openxmlformats.org/officeDocument/2006/relationships/tags" Target="../tags/tag10.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16.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17.xml.rels><?xml version='1.0' encoding='UTF-8' standalone='yes'?>
<Relationships xmlns="http://schemas.openxmlformats.org/package/2006/relationships"><Relationship Id="rId1" Type="http://schemas.openxmlformats.org/officeDocument/2006/relationships/tags" Target="../tags/tag12.xml"/><Relationship Id="rId2" Type="http://schemas.openxmlformats.org/officeDocument/2006/relationships/slideMaster" Target="../slideMasters/slideMaster1.xml"/><Relationship Id="rId3" Type="http://schemas.openxmlformats.org/officeDocument/2006/relationships/oleObject" Target="../embeddings/oleObject2.bin"/><Relationship Id="rId4" Type="http://schemas.openxmlformats.org/officeDocument/2006/relationships/image" Target="../media/image4.emf"/></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www.capgemini.com/optimize-your-business-and-it-operations" TargetMode="External"/><Relationship Id="rId3"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tags" Target="../tags/tag13.xml"/><Relationship Id="rId2" Type="http://schemas.openxmlformats.org/officeDocument/2006/relationships/slideMaster" Target="../slideMasters/slideMaster1.xml"/><Relationship Id="rId3" Type="http://schemas.openxmlformats.org/officeDocument/2006/relationships/oleObject" Target="../embeddings/oleObject4.bin"/><Relationship Id="rId4" Type="http://schemas.openxmlformats.org/officeDocument/2006/relationships/image" Target="../media/image4.emf"/></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www.capgemini.com/optimize-your-business-and-it-operations" TargetMode="Externa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www.linkedin.com/company/capgemini" TargetMode="External"/><Relationship Id="rId3" Type="http://schemas.openxmlformats.org/officeDocument/2006/relationships/image" Target="../media/image7.png"/><Relationship Id="rId4" Type="http://schemas.openxmlformats.org/officeDocument/2006/relationships/hyperlink" Target="http://www.slideshare.net/capgemini" TargetMode="External"/><Relationship Id="rId5" Type="http://schemas.openxmlformats.org/officeDocument/2006/relationships/image" Target="../media/image8.png"/><Relationship Id="rId6" Type="http://schemas.openxmlformats.org/officeDocument/2006/relationships/hyperlink" Target="http://www.twitter.com/capgemini" TargetMode="External"/><Relationship Id="rId7" Type="http://schemas.openxmlformats.org/officeDocument/2006/relationships/image" Target="../media/image9.png"/><Relationship Id="rId8" Type="http://schemas.openxmlformats.org/officeDocument/2006/relationships/hyperlink" Target="http://www.youtube.com/capgeminimedia" TargetMode="External"/><Relationship Id="rId9" Type="http://schemas.openxmlformats.org/officeDocument/2006/relationships/image" Target="../media/image10.png"/><Relationship Id="rId10" Type="http://schemas.openxmlformats.org/officeDocument/2006/relationships/hyperlink" Target="http://www.facebook.com/capgemini" TargetMode="External"/><Relationship Id="rId11" Type="http://schemas.openxmlformats.org/officeDocument/2006/relationships/image" Target="../media/image11.png"/><Relationship Id="rId12" Type="http://schemas.openxmlformats.org/officeDocument/2006/relationships/hyperlink" Target="http://www.capgemini.com/about/how-we-work/the-collaborative-business-experiencetm" TargetMode="External"/><Relationship Id="rId13" Type="http://schemas.openxmlformats.org/officeDocument/2006/relationships/hyperlink" Target="http://www.capgemini.com/about/how-we-work/rightshorer" TargetMode="External"/><Relationship Id="rId14" Type="http://schemas.openxmlformats.org/officeDocument/2006/relationships/hyperlink" Target="http://www.capgemini.com/" TargetMode="External"/><Relationship Id="rId15" Type="http://schemas.openxmlformats.org/officeDocument/2006/relationships/image" Target="../media/image1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www.linkedin.com/company/capgemini" TargetMode="External"/><Relationship Id="rId3" Type="http://schemas.openxmlformats.org/officeDocument/2006/relationships/image" Target="../media/image7.png"/><Relationship Id="rId4" Type="http://schemas.openxmlformats.org/officeDocument/2006/relationships/hyperlink" Target="http://www.slideshare.net/capgemini" TargetMode="External"/><Relationship Id="rId5" Type="http://schemas.openxmlformats.org/officeDocument/2006/relationships/image" Target="../media/image8.png"/><Relationship Id="rId6" Type="http://schemas.openxmlformats.org/officeDocument/2006/relationships/hyperlink" Target="http://www.twitter.com/capgemini" TargetMode="External"/><Relationship Id="rId7" Type="http://schemas.openxmlformats.org/officeDocument/2006/relationships/image" Target="../media/image9.png"/><Relationship Id="rId8" Type="http://schemas.openxmlformats.org/officeDocument/2006/relationships/hyperlink" Target="http://www.youtube.com/capgeminimedia" TargetMode="External"/><Relationship Id="rId9" Type="http://schemas.openxmlformats.org/officeDocument/2006/relationships/image" Target="../media/image10.png"/><Relationship Id="rId10" Type="http://schemas.openxmlformats.org/officeDocument/2006/relationships/hyperlink" Target="http://www.facebook.com/capgemini" TargetMode="External"/><Relationship Id="rId11" Type="http://schemas.openxmlformats.org/officeDocument/2006/relationships/image" Target="../media/image11.png"/><Relationship Id="rId12" Type="http://schemas.openxmlformats.org/officeDocument/2006/relationships/hyperlink" Target="http://www.capgemini.com/about/how-we-work/the-collaborative-business-experiencetm" TargetMode="External"/><Relationship Id="rId13" Type="http://schemas.openxmlformats.org/officeDocument/2006/relationships/hyperlink" Target="http://www.capgemini.com/about/how-we-work/rightshorer" TargetMode="Externa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Walk-In">
    <p:spTree>
      <p:nvGrpSpPr>
        <p:cNvPr id="1" name=""/>
        <p:cNvGrpSpPr/>
        <p:nvPr/>
      </p:nvGrpSpPr>
      <p:grpSpPr>
        <a:xfrm>
          <a:off x="0" y="0"/>
          <a:ext cx="0" cy="0"/>
          <a:chOff x="0" y="0"/>
          <a:chExt cx="0" cy="0"/>
        </a:xfrm>
      </p:grpSpPr>
      <p:pic>
        <p:nvPicPr>
          <p:cNvPr id="7" name="Content Placeholder 16">
            <a:extLst>
              <a:ext uri="{FF2B5EF4-FFF2-40B4-BE49-F238E27FC236}">
                <a16:creationId xmlns:a16="http://schemas.microsoft.com/office/drawing/2014/main" id="{810E1061-A44A-A554-F24D-33361C93E535}"/>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1279" r="18225"/>
          <a:stretch/>
        </p:blipFill>
        <p:spPr>
          <a:xfrm>
            <a:off x="6153150" y="1"/>
            <a:ext cx="6038850" cy="6858000"/>
          </a:xfrm>
          <a:prstGeom prst="rect">
            <a:avLst/>
          </a:prstGeom>
        </p:spPr>
      </p:pic>
      <p:pic>
        <p:nvPicPr>
          <p:cNvPr id="2" name="Picture 1" descr="A picture containing lamp&#10;&#10;Description automatically generated">
            <a:extLst>
              <a:ext uri="{FF2B5EF4-FFF2-40B4-BE49-F238E27FC236}">
                <a16:creationId xmlns:a16="http://schemas.microsoft.com/office/drawing/2014/main" id="{784FD2C4-7C76-FDA5-3DDA-6F3155DF7428}"/>
              </a:ext>
            </a:extLst>
          </p:cNvPr>
          <p:cNvPicPr>
            <a:picLocks noChangeAspect="1"/>
          </p:cNvPicPr>
          <p:nvPr userDrawn="1"/>
        </p:nvPicPr>
        <p:blipFill>
          <a:blip r:embed="rId3" cstate="hqprint">
            <a:extLst>
              <a:ext uri="{28A0092B-C50C-407E-A947-70E740481C1C}">
                <a14:useLocalDpi xmlns:a14="http://schemas.microsoft.com/office/drawing/2010/main" val="0"/>
              </a:ext>
            </a:extLst>
          </a:blip>
          <a:stretch>
            <a:fillRect/>
          </a:stretch>
        </p:blipFill>
        <p:spPr>
          <a:xfrm rot="3600000">
            <a:off x="611517" y="-2"/>
            <a:ext cx="9695699" cy="6858000"/>
          </a:xfrm>
          <a:prstGeom prst="rect">
            <a:avLst/>
          </a:prstGeom>
        </p:spPr>
      </p:pic>
      <p:sp>
        <p:nvSpPr>
          <p:cNvPr id="3" name="Title 1">
            <a:extLst>
              <a:ext uri="{FF2B5EF4-FFF2-40B4-BE49-F238E27FC236}">
                <a16:creationId xmlns:a16="http://schemas.microsoft.com/office/drawing/2014/main" id="{E93AA952-AC13-ABF0-FA1E-8CA3E3C3A877}"/>
              </a:ext>
            </a:extLst>
          </p:cNvPr>
          <p:cNvSpPr>
            <a:spLocks noGrp="1"/>
          </p:cNvSpPr>
          <p:nvPr>
            <p:ph type="ctrTitle" hasCustomPrompt="1"/>
          </p:nvPr>
        </p:nvSpPr>
        <p:spPr bwMode="invGray">
          <a:xfrm>
            <a:off x="191344" y="3287890"/>
            <a:ext cx="4494765" cy="117613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nchorCtr="0">
            <a:noAutofit/>
          </a:bodyPr>
          <a:lstStyle>
            <a:lvl1pPr algn="ctr">
              <a:lnSpc>
                <a:spcPct val="100000"/>
              </a:lnSpc>
              <a:defRPr lang="en-US" sz="3200" b="0" cap="all" baseline="0" dirty="0">
                <a:solidFill>
                  <a:schemeClr val="tx1"/>
                </a:solidFill>
                <a:latin typeface="Ubuntu" panose="020B0504030602030204" pitchFamily="34" charset="0"/>
              </a:defRPr>
            </a:lvl1pPr>
          </a:lstStyle>
          <a:p>
            <a:pPr marL="0" lvl="0"/>
            <a:r>
              <a:rPr lang="en-US"/>
              <a:t>SECTION TITLE ALL CAPS, LOREM IPSUM DOLOR AMET.</a:t>
            </a:r>
          </a:p>
        </p:txBody>
      </p:sp>
    </p:spTree>
    <p:extLst>
      <p:ext uri="{BB962C8B-B14F-4D97-AF65-F5344CB8AC3E}">
        <p14:creationId xmlns:p14="http://schemas.microsoft.com/office/powerpoint/2010/main" val="1741874436"/>
      </p:ext>
    </p:extLst>
  </p:cSld>
  <p:clrMapOvr>
    <a:masterClrMapping/>
  </p:clrMapOvr>
  <p:extLst>
    <p:ext uri="{DCECCB84-F9BA-43D5-87BE-67443E8EF086}">
      <p15:sldGuideLst xmlns:p15="http://schemas.microsoft.com/office/powerpoint/2012/main">
        <p15:guide id="1" orient="horz" pos="2376">
          <p15:clr>
            <a:srgbClr val="FBAE40"/>
          </p15:clr>
        </p15:guide>
        <p15:guide id="2" pos="38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titleOnly" preserve="1">
  <p:cSld name="Title Only">
    <p:bg>
      <p:bgPr>
        <a:solidFill>
          <a:srgbClr val="220E46"/>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926313-2FA2-469F-957D-B5D4672A72D1}"/>
              </a:ext>
            </a:extLst>
          </p:cNvPr>
          <p:cNvSpPr>
            <a:spLocks noGrp="1"/>
          </p:cNvSpPr>
          <p:nvPr>
            <p:ph type="title" hasCustomPrompt="1"/>
          </p:nvPr>
        </p:nvSpPr>
        <p:spPr/>
        <p:txBody>
          <a:bodyPr/>
          <a:lstStyle>
            <a:lvl1pPr>
              <a:defRPr/>
            </a:lvl1pPr>
          </a:lstStyle>
          <a:p>
            <a:r>
              <a:rPr lang="en-US"/>
              <a:t>Title only layout</a:t>
            </a:r>
          </a:p>
        </p:txBody>
      </p:sp>
    </p:spTree>
    <p:extLst>
      <p:ext uri="{BB962C8B-B14F-4D97-AF65-F5344CB8AC3E}">
        <p14:creationId xmlns:p14="http://schemas.microsoft.com/office/powerpoint/2010/main" val="2230484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subtitle and content ">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a:xfrm>
            <a:off x="304800" y="1899138"/>
            <a:ext cx="11582398" cy="1717393"/>
          </a:xfrm>
        </p:spPr>
        <p:txBody>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space réservé du texte 4"/>
          <p:cNvSpPr>
            <a:spLocks noGrp="1"/>
          </p:cNvSpPr>
          <p:nvPr>
            <p:ph type="body" sz="quarter" idx="11" hasCustomPrompt="1"/>
          </p:nvPr>
        </p:nvSpPr>
        <p:spPr>
          <a:xfrm>
            <a:off x="304799" y="822325"/>
            <a:ext cx="11582399" cy="424732"/>
          </a:xfrm>
          <a:prstGeom prst="rect">
            <a:avLst/>
          </a:prstGeom>
        </p:spPr>
        <p:txBody>
          <a:bodyPr anchor="ctr" anchorCtr="0"/>
          <a:lstStyle>
            <a:lvl1pPr marL="0" indent="0">
              <a:buNone/>
              <a:defRPr>
                <a:solidFill>
                  <a:srgbClr val="01AADD"/>
                </a:solidFill>
              </a:defRPr>
            </a:lvl1pPr>
          </a:lstStyle>
          <a:p>
            <a:pPr lvl="0"/>
            <a:r>
              <a:rPr lang="en-US"/>
              <a:t>Click to edit Master subtitle styles</a:t>
            </a:r>
          </a:p>
        </p:txBody>
      </p:sp>
      <p:sp>
        <p:nvSpPr>
          <p:cNvPr id="2" name="Title 1">
            <a:extLst>
              <a:ext uri="{FF2B5EF4-FFF2-40B4-BE49-F238E27FC236}">
                <a16:creationId xmlns:a16="http://schemas.microsoft.com/office/drawing/2014/main" id="{171054D7-80F5-442C-9F9E-FCC6CF14C5F1}"/>
              </a:ext>
            </a:extLst>
          </p:cNvPr>
          <p:cNvSpPr>
            <a:spLocks noGrp="1"/>
          </p:cNvSpPr>
          <p:nvPr>
            <p:ph type="title"/>
          </p:nvPr>
        </p:nvSpPr>
        <p:spPr>
          <a:xfrm>
            <a:off x="304800" y="304801"/>
            <a:ext cx="11582400" cy="495300"/>
          </a:xfrm>
        </p:spPr>
        <p:txBody>
          <a:bodyPr anchor="ctr" anchorCtr="0"/>
          <a:lstStyle>
            <a:lvl1pPr>
              <a:defRPr sz="2800" cap="all" baseline="0"/>
            </a:lvl1pPr>
          </a:lstStyle>
          <a:p>
            <a:r>
              <a:rPr lang="en-US"/>
              <a:t>Click to edit Master title style</a:t>
            </a:r>
            <a:endParaRPr lang="de-DE"/>
          </a:p>
        </p:txBody>
      </p:sp>
    </p:spTree>
    <p:extLst>
      <p:ext uri="{BB962C8B-B14F-4D97-AF65-F5344CB8AC3E}">
        <p14:creationId xmlns:p14="http://schemas.microsoft.com/office/powerpoint/2010/main" val="338996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1_Title, subtitle and content ">
    <p:spTree>
      <p:nvGrpSpPr>
        <p:cNvPr id="1" name=""/>
        <p:cNvGrpSpPr/>
        <p:nvPr/>
      </p:nvGrpSpPr>
      <p:grpSpPr>
        <a:xfrm>
          <a:off x="0" y="0"/>
          <a:ext cx="0" cy="0"/>
          <a:chOff x="0" y="0"/>
          <a:chExt cx="0" cy="0"/>
        </a:xfrm>
      </p:grpSpPr>
      <p:sp>
        <p:nvSpPr>
          <p:cNvPr id="3" name="Parallelogram 2">
            <a:extLst>
              <a:ext uri="{FF2B5EF4-FFF2-40B4-BE49-F238E27FC236}">
                <a16:creationId xmlns:a16="http://schemas.microsoft.com/office/drawing/2014/main" id="{C7EC611B-E20B-F9F1-FC23-540C98C6B806}"/>
              </a:ext>
            </a:extLst>
          </p:cNvPr>
          <p:cNvSpPr/>
          <p:nvPr userDrawn="1"/>
        </p:nvSpPr>
        <p:spPr>
          <a:xfrm>
            <a:off x="7469900" y="-1"/>
            <a:ext cx="4722676" cy="6858001"/>
          </a:xfrm>
          <a:custGeom>
            <a:avLst/>
            <a:gdLst>
              <a:gd name="connsiteX0" fmla="*/ 0 w 4722101"/>
              <a:gd name="connsiteY0" fmla="*/ 6858001 h 6858001"/>
              <a:gd name="connsiteX1" fmla="*/ 1180525 w 4722101"/>
              <a:gd name="connsiteY1" fmla="*/ 0 h 6858001"/>
              <a:gd name="connsiteX2" fmla="*/ 4722101 w 4722101"/>
              <a:gd name="connsiteY2" fmla="*/ 0 h 6858001"/>
              <a:gd name="connsiteX3" fmla="*/ 3541576 w 4722101"/>
              <a:gd name="connsiteY3" fmla="*/ 6858001 h 6858001"/>
              <a:gd name="connsiteX4" fmla="*/ 0 w 4722101"/>
              <a:gd name="connsiteY4" fmla="*/ 6858001 h 6858001"/>
              <a:gd name="connsiteX0" fmla="*/ 0 w 4722676"/>
              <a:gd name="connsiteY0" fmla="*/ 6858001 h 6858001"/>
              <a:gd name="connsiteX1" fmla="*/ 1180525 w 4722676"/>
              <a:gd name="connsiteY1" fmla="*/ 0 h 6858001"/>
              <a:gd name="connsiteX2" fmla="*/ 4722101 w 4722676"/>
              <a:gd name="connsiteY2" fmla="*/ 0 h 6858001"/>
              <a:gd name="connsiteX3" fmla="*/ 4722676 w 4722676"/>
              <a:gd name="connsiteY3" fmla="*/ 6858001 h 6858001"/>
              <a:gd name="connsiteX4" fmla="*/ 0 w 4722676"/>
              <a:gd name="connsiteY4" fmla="*/ 6858001 h 68580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2676" h="6858001">
                <a:moveTo>
                  <a:pt x="0" y="6858001"/>
                </a:moveTo>
                <a:lnTo>
                  <a:pt x="1180525" y="0"/>
                </a:lnTo>
                <a:lnTo>
                  <a:pt x="4722101" y="0"/>
                </a:lnTo>
                <a:cubicBezTo>
                  <a:pt x="4722293" y="2286000"/>
                  <a:pt x="4722484" y="4572001"/>
                  <a:pt x="4722676" y="6858001"/>
                </a:cubicBezTo>
                <a:lnTo>
                  <a:pt x="0" y="6858001"/>
                </a:lnTo>
                <a:close/>
              </a:path>
            </a:pathLst>
          </a:custGeom>
          <a:gradFill flip="none" rotWithShape="1">
            <a:gsLst>
              <a:gs pos="0">
                <a:srgbClr val="C51248"/>
              </a:gs>
              <a:gs pos="50000">
                <a:srgbClr val="512677"/>
              </a:gs>
              <a:gs pos="100000">
                <a:srgbClr val="2C2A7A"/>
              </a:gs>
            </a:gsLst>
            <a:path path="circle">
              <a:fillToRect l="100000" b="100000"/>
            </a:path>
            <a:tileRect t="-100000" r="-100000"/>
          </a:gra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0" tIns="0" rIns="0" bIns="0" numCol="1" spcCol="38100" rtlCol="0" anchor="ctr">
            <a:no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it-IT" sz="3200" b="0" i="0" u="none" strike="noStrike" cap="none" spc="0" normalizeH="0" baseline="0">
              <a:ln>
                <a:noFill/>
              </a:ln>
              <a:solidFill>
                <a:srgbClr val="FFFFFF"/>
              </a:solidFill>
              <a:effectLst/>
              <a:uFillTx/>
              <a:latin typeface="Helvetica Light"/>
              <a:ea typeface="Helvetica Light"/>
              <a:cs typeface="Helvetica Light"/>
              <a:sym typeface="Helvetica Light"/>
            </a:endParaRPr>
          </a:p>
        </p:txBody>
      </p:sp>
      <p:sp>
        <p:nvSpPr>
          <p:cNvPr id="4" name="Text Placeholder 3"/>
          <p:cNvSpPr>
            <a:spLocks noGrp="1"/>
          </p:cNvSpPr>
          <p:nvPr>
            <p:ph type="body" sz="quarter" idx="10"/>
          </p:nvPr>
        </p:nvSpPr>
        <p:spPr>
          <a:xfrm>
            <a:off x="404812" y="1899138"/>
            <a:ext cx="11379201" cy="457067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space réservé du texte 4"/>
          <p:cNvSpPr>
            <a:spLocks noGrp="1"/>
          </p:cNvSpPr>
          <p:nvPr>
            <p:ph type="body" sz="quarter" idx="11" hasCustomPrompt="1"/>
          </p:nvPr>
        </p:nvSpPr>
        <p:spPr>
          <a:xfrm>
            <a:off x="404813" y="1327150"/>
            <a:ext cx="11379200" cy="457688"/>
          </a:xfrm>
          <a:prstGeom prst="rect">
            <a:avLst/>
          </a:prstGeom>
        </p:spPr>
        <p:txBody>
          <a:bodyPr/>
          <a:lstStyle>
            <a:lvl1pPr>
              <a:defRPr>
                <a:solidFill>
                  <a:schemeClr val="accent2"/>
                </a:solidFill>
              </a:defRPr>
            </a:lvl1pPr>
          </a:lstStyle>
          <a:p>
            <a:pPr lvl="0"/>
            <a:r>
              <a:rPr lang="en-US"/>
              <a:t>Click to edit Master subtitle styles</a:t>
            </a:r>
          </a:p>
        </p:txBody>
      </p:sp>
      <p:sp>
        <p:nvSpPr>
          <p:cNvPr id="2" name="Title 1">
            <a:extLst>
              <a:ext uri="{FF2B5EF4-FFF2-40B4-BE49-F238E27FC236}">
                <a16:creationId xmlns:a16="http://schemas.microsoft.com/office/drawing/2014/main" id="{171054D7-80F5-442C-9F9E-FCC6CF14C5F1}"/>
              </a:ext>
            </a:extLst>
          </p:cNvPr>
          <p:cNvSpPr>
            <a:spLocks noGrp="1"/>
          </p:cNvSpPr>
          <p:nvPr>
            <p:ph type="title"/>
          </p:nvPr>
        </p:nvSpPr>
        <p:spPr/>
        <p:txBody>
          <a:bodyPr/>
          <a:lstStyle/>
          <a:p>
            <a:r>
              <a:rPr lang="en-US"/>
              <a:t>Click to edit Master title style</a:t>
            </a:r>
            <a:endParaRPr lang="de-DE"/>
          </a:p>
        </p:txBody>
      </p:sp>
    </p:spTree>
    <p:extLst>
      <p:ext uri="{BB962C8B-B14F-4D97-AF65-F5344CB8AC3E}">
        <p14:creationId xmlns:p14="http://schemas.microsoft.com/office/powerpoint/2010/main" val="22687694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userDrawn="1">
  <p:cSld name="Large title">
    <p:bg>
      <p:bgPr>
        <a:solidFill>
          <a:srgbClr val="24134F"/>
        </a:solidFill>
        <a:effectLst/>
      </p:bgPr>
    </p:bg>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81D5C5CA-E0F9-4194-9FD7-26150AB2A870}"/>
              </a:ext>
            </a:extLst>
          </p:cNvPr>
          <p:cNvSpPr>
            <a:spLocks noGrp="1"/>
          </p:cNvSpPr>
          <p:nvPr>
            <p:ph type="subTitle" idx="1"/>
          </p:nvPr>
        </p:nvSpPr>
        <p:spPr>
          <a:xfrm>
            <a:off x="457200" y="6003700"/>
            <a:ext cx="11277600" cy="822325"/>
          </a:xfrm>
        </p:spPr>
        <p:txBody>
          <a:bodyPr lIns="36000" tIns="144000">
            <a:normAutofit/>
          </a:bodyPr>
          <a:lstStyle>
            <a:lvl1pPr marL="0" indent="0" algn="l">
              <a:buNone/>
              <a:defRPr sz="20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7" name="Text Placeholder 6">
            <a:extLst>
              <a:ext uri="{FF2B5EF4-FFF2-40B4-BE49-F238E27FC236}">
                <a16:creationId xmlns:a16="http://schemas.microsoft.com/office/drawing/2014/main" id="{79EA84EC-0E0C-41F6-8286-BC5A87DC6C7B}"/>
              </a:ext>
            </a:extLst>
          </p:cNvPr>
          <p:cNvSpPr>
            <a:spLocks noGrp="1"/>
          </p:cNvSpPr>
          <p:nvPr>
            <p:ph type="body" sz="quarter" idx="10"/>
          </p:nvPr>
        </p:nvSpPr>
        <p:spPr>
          <a:xfrm>
            <a:off x="457200" y="1644650"/>
            <a:ext cx="11277600" cy="3567113"/>
          </a:xfrm>
        </p:spPr>
        <p:txBody>
          <a:bodyPr anchor="ctr" anchorCtr="0">
            <a:normAutofit/>
          </a:bodyPr>
          <a:lstStyle>
            <a:lvl1pPr marL="0" indent="0" algn="l">
              <a:lnSpc>
                <a:spcPct val="70000"/>
              </a:lnSpc>
              <a:buFontTx/>
              <a:buNone/>
              <a:defRPr sz="8000" b="1" cap="all"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GB"/>
              <a:t>Click to edit Master text styles</a:t>
            </a:r>
          </a:p>
        </p:txBody>
      </p:sp>
      <p:pic>
        <p:nvPicPr>
          <p:cNvPr id="5" name="Image 4" descr="Une image contenant texte&#10;&#10;Description générée automatiquement">
            <a:extLst>
              <a:ext uri="{FF2B5EF4-FFF2-40B4-BE49-F238E27FC236}">
                <a16:creationId xmlns:a16="http://schemas.microsoft.com/office/drawing/2014/main" id="{D1A9B987-E149-4E99-9E1F-336980D5EC1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9672" y="260648"/>
            <a:ext cx="3024000" cy="1226177"/>
          </a:xfrm>
          <a:prstGeom prst="rect">
            <a:avLst/>
          </a:prstGeom>
        </p:spPr>
      </p:pic>
    </p:spTree>
    <p:extLst>
      <p:ext uri="{BB962C8B-B14F-4D97-AF65-F5344CB8AC3E}">
        <p14:creationId xmlns:p14="http://schemas.microsoft.com/office/powerpoint/2010/main" val="29383165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1">
    <p:bg>
      <p:bgPr>
        <a:solidFill>
          <a:srgbClr val="E6E7E7"/>
        </a:solidFill>
        <a:effectLst/>
      </p:bgPr>
    </p:bg>
    <p:spTree>
      <p:nvGrpSpPr>
        <p:cNvPr id="1" name=""/>
        <p:cNvGrpSpPr/>
        <p:nvPr/>
      </p:nvGrpSpPr>
      <p:grpSpPr>
        <a:xfrm>
          <a:off x="0" y="0"/>
          <a:ext cx="0" cy="0"/>
          <a:chOff x="0" y="0"/>
          <a:chExt cx="0" cy="0"/>
        </a:xfrm>
      </p:grpSpPr>
      <p:graphicFrame>
        <p:nvGraphicFramePr>
          <p:cNvPr id="7" name="Object 6"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7" name="Object 6"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79" name="Freeform 7"/>
          <p:cNvSpPr>
            <a:spLocks/>
          </p:cNvSpPr>
          <p:nvPr userDrawn="1"/>
        </p:nvSpPr>
        <p:spPr bwMode="auto">
          <a:xfrm>
            <a:off x="5137150" y="0"/>
            <a:ext cx="7054850" cy="6854825"/>
          </a:xfrm>
          <a:custGeom>
            <a:avLst/>
            <a:gdLst/>
            <a:ahLst/>
            <a:cxnLst>
              <a:cxn ang="0">
                <a:pos x="4444" y="0"/>
              </a:cxn>
              <a:cxn ang="0">
                <a:pos x="4444" y="32"/>
              </a:cxn>
              <a:cxn ang="0">
                <a:pos x="4444" y="4292"/>
              </a:cxn>
              <a:cxn ang="0">
                <a:pos x="4440" y="4306"/>
              </a:cxn>
              <a:cxn ang="0">
                <a:pos x="4426" y="4314"/>
              </a:cxn>
              <a:cxn ang="0">
                <a:pos x="4326" y="4318"/>
              </a:cxn>
              <a:cxn ang="0">
                <a:pos x="4228" y="4310"/>
              </a:cxn>
              <a:cxn ang="0">
                <a:pos x="4076" y="4282"/>
              </a:cxn>
              <a:cxn ang="0">
                <a:pos x="3928" y="4240"/>
              </a:cxn>
              <a:cxn ang="0">
                <a:pos x="3740" y="4170"/>
              </a:cxn>
              <a:cxn ang="0">
                <a:pos x="3474" y="4042"/>
              </a:cxn>
              <a:cxn ang="0">
                <a:pos x="3216" y="3896"/>
              </a:cxn>
              <a:cxn ang="0">
                <a:pos x="3024" y="3772"/>
              </a:cxn>
              <a:cxn ang="0">
                <a:pos x="2704" y="3544"/>
              </a:cxn>
              <a:cxn ang="0">
                <a:pos x="2396" y="3300"/>
              </a:cxn>
              <a:cxn ang="0">
                <a:pos x="2180" y="3116"/>
              </a:cxn>
              <a:cxn ang="0">
                <a:pos x="2256" y="2964"/>
              </a:cxn>
              <a:cxn ang="0">
                <a:pos x="2286" y="2890"/>
              </a:cxn>
              <a:cxn ang="0">
                <a:pos x="2322" y="2774"/>
              </a:cxn>
              <a:cxn ang="0">
                <a:pos x="2338" y="2654"/>
              </a:cxn>
              <a:cxn ang="0">
                <a:pos x="2336" y="2562"/>
              </a:cxn>
              <a:cxn ang="0">
                <a:pos x="2306" y="2432"/>
              </a:cxn>
              <a:cxn ang="0">
                <a:pos x="2242" y="2310"/>
              </a:cxn>
              <a:cxn ang="0">
                <a:pos x="2188" y="2238"/>
              </a:cxn>
              <a:cxn ang="0">
                <a:pos x="2092" y="2144"/>
              </a:cxn>
              <a:cxn ang="0">
                <a:pos x="1986" y="2062"/>
              </a:cxn>
              <a:cxn ang="0">
                <a:pos x="1878" y="1990"/>
              </a:cxn>
              <a:cxn ang="0">
                <a:pos x="1712" y="1894"/>
              </a:cxn>
              <a:cxn ang="0">
                <a:pos x="1538" y="1808"/>
              </a:cxn>
              <a:cxn ang="0">
                <a:pos x="1156" y="1640"/>
              </a:cxn>
              <a:cxn ang="0">
                <a:pos x="710" y="1446"/>
              </a:cxn>
              <a:cxn ang="0">
                <a:pos x="524" y="1350"/>
              </a:cxn>
              <a:cxn ang="0">
                <a:pos x="354" y="1230"/>
              </a:cxn>
              <a:cxn ang="0">
                <a:pos x="262" y="1144"/>
              </a:cxn>
              <a:cxn ang="0">
                <a:pos x="158" y="1020"/>
              </a:cxn>
              <a:cxn ang="0">
                <a:pos x="80" y="884"/>
              </a:cxn>
              <a:cxn ang="0">
                <a:pos x="28" y="740"/>
              </a:cxn>
              <a:cxn ang="0">
                <a:pos x="2" y="584"/>
              </a:cxn>
              <a:cxn ang="0">
                <a:pos x="4" y="418"/>
              </a:cxn>
              <a:cxn ang="0">
                <a:pos x="18" y="314"/>
              </a:cxn>
              <a:cxn ang="0">
                <a:pos x="58" y="162"/>
              </a:cxn>
              <a:cxn ang="0">
                <a:pos x="118" y="16"/>
              </a:cxn>
              <a:cxn ang="0">
                <a:pos x="122" y="0"/>
              </a:cxn>
            </a:cxnLst>
            <a:rect l="0" t="0" r="r" b="b"/>
            <a:pathLst>
              <a:path w="4444" h="4318">
                <a:moveTo>
                  <a:pt x="122" y="0"/>
                </a:moveTo>
                <a:lnTo>
                  <a:pt x="122" y="0"/>
                </a:lnTo>
                <a:lnTo>
                  <a:pt x="4444" y="0"/>
                </a:lnTo>
                <a:lnTo>
                  <a:pt x="4444" y="0"/>
                </a:lnTo>
                <a:lnTo>
                  <a:pt x="4444" y="32"/>
                </a:lnTo>
                <a:lnTo>
                  <a:pt x="4444" y="32"/>
                </a:lnTo>
                <a:lnTo>
                  <a:pt x="4444" y="4272"/>
                </a:lnTo>
                <a:lnTo>
                  <a:pt x="4444" y="4272"/>
                </a:lnTo>
                <a:lnTo>
                  <a:pt x="4444" y="4292"/>
                </a:lnTo>
                <a:lnTo>
                  <a:pt x="4444" y="4292"/>
                </a:lnTo>
                <a:lnTo>
                  <a:pt x="4444" y="4300"/>
                </a:lnTo>
                <a:lnTo>
                  <a:pt x="4440" y="4306"/>
                </a:lnTo>
                <a:lnTo>
                  <a:pt x="4436" y="4310"/>
                </a:lnTo>
                <a:lnTo>
                  <a:pt x="4426" y="4314"/>
                </a:lnTo>
                <a:lnTo>
                  <a:pt x="4426" y="4314"/>
                </a:lnTo>
                <a:lnTo>
                  <a:pt x="4402" y="4316"/>
                </a:lnTo>
                <a:lnTo>
                  <a:pt x="4376" y="4318"/>
                </a:lnTo>
                <a:lnTo>
                  <a:pt x="4326" y="4318"/>
                </a:lnTo>
                <a:lnTo>
                  <a:pt x="4278" y="4316"/>
                </a:lnTo>
                <a:lnTo>
                  <a:pt x="4228" y="4310"/>
                </a:lnTo>
                <a:lnTo>
                  <a:pt x="4228" y="4310"/>
                </a:lnTo>
                <a:lnTo>
                  <a:pt x="4176" y="4302"/>
                </a:lnTo>
                <a:lnTo>
                  <a:pt x="4126" y="4294"/>
                </a:lnTo>
                <a:lnTo>
                  <a:pt x="4076" y="4282"/>
                </a:lnTo>
                <a:lnTo>
                  <a:pt x="4026" y="4270"/>
                </a:lnTo>
                <a:lnTo>
                  <a:pt x="3978" y="4256"/>
                </a:lnTo>
                <a:lnTo>
                  <a:pt x="3928" y="4240"/>
                </a:lnTo>
                <a:lnTo>
                  <a:pt x="3832" y="4206"/>
                </a:lnTo>
                <a:lnTo>
                  <a:pt x="3832" y="4206"/>
                </a:lnTo>
                <a:lnTo>
                  <a:pt x="3740" y="4170"/>
                </a:lnTo>
                <a:lnTo>
                  <a:pt x="3650" y="4130"/>
                </a:lnTo>
                <a:lnTo>
                  <a:pt x="3562" y="4088"/>
                </a:lnTo>
                <a:lnTo>
                  <a:pt x="3474" y="4042"/>
                </a:lnTo>
                <a:lnTo>
                  <a:pt x="3386" y="3996"/>
                </a:lnTo>
                <a:lnTo>
                  <a:pt x="3302" y="3946"/>
                </a:lnTo>
                <a:lnTo>
                  <a:pt x="3216" y="3896"/>
                </a:lnTo>
                <a:lnTo>
                  <a:pt x="3134" y="3844"/>
                </a:lnTo>
                <a:lnTo>
                  <a:pt x="3134" y="3844"/>
                </a:lnTo>
                <a:lnTo>
                  <a:pt x="3024" y="3772"/>
                </a:lnTo>
                <a:lnTo>
                  <a:pt x="2916" y="3698"/>
                </a:lnTo>
                <a:lnTo>
                  <a:pt x="2808" y="3622"/>
                </a:lnTo>
                <a:lnTo>
                  <a:pt x="2704" y="3544"/>
                </a:lnTo>
                <a:lnTo>
                  <a:pt x="2600" y="3464"/>
                </a:lnTo>
                <a:lnTo>
                  <a:pt x="2498" y="3382"/>
                </a:lnTo>
                <a:lnTo>
                  <a:pt x="2396" y="3300"/>
                </a:lnTo>
                <a:lnTo>
                  <a:pt x="2296" y="3214"/>
                </a:lnTo>
                <a:lnTo>
                  <a:pt x="2296" y="3214"/>
                </a:lnTo>
                <a:lnTo>
                  <a:pt x="2180" y="3116"/>
                </a:lnTo>
                <a:lnTo>
                  <a:pt x="2180" y="3116"/>
                </a:lnTo>
                <a:lnTo>
                  <a:pt x="2220" y="3040"/>
                </a:lnTo>
                <a:lnTo>
                  <a:pt x="2256" y="2964"/>
                </a:lnTo>
                <a:lnTo>
                  <a:pt x="2256" y="2964"/>
                </a:lnTo>
                <a:lnTo>
                  <a:pt x="2272" y="2928"/>
                </a:lnTo>
                <a:lnTo>
                  <a:pt x="2286" y="2890"/>
                </a:lnTo>
                <a:lnTo>
                  <a:pt x="2300" y="2852"/>
                </a:lnTo>
                <a:lnTo>
                  <a:pt x="2312" y="2814"/>
                </a:lnTo>
                <a:lnTo>
                  <a:pt x="2322" y="2774"/>
                </a:lnTo>
                <a:lnTo>
                  <a:pt x="2330" y="2736"/>
                </a:lnTo>
                <a:lnTo>
                  <a:pt x="2334" y="2696"/>
                </a:lnTo>
                <a:lnTo>
                  <a:pt x="2338" y="2654"/>
                </a:lnTo>
                <a:lnTo>
                  <a:pt x="2338" y="2654"/>
                </a:lnTo>
                <a:lnTo>
                  <a:pt x="2340" y="2608"/>
                </a:lnTo>
                <a:lnTo>
                  <a:pt x="2336" y="2562"/>
                </a:lnTo>
                <a:lnTo>
                  <a:pt x="2330" y="2518"/>
                </a:lnTo>
                <a:lnTo>
                  <a:pt x="2320" y="2474"/>
                </a:lnTo>
                <a:lnTo>
                  <a:pt x="2306" y="2432"/>
                </a:lnTo>
                <a:lnTo>
                  <a:pt x="2288" y="2390"/>
                </a:lnTo>
                <a:lnTo>
                  <a:pt x="2266" y="2350"/>
                </a:lnTo>
                <a:lnTo>
                  <a:pt x="2242" y="2310"/>
                </a:lnTo>
                <a:lnTo>
                  <a:pt x="2242" y="2310"/>
                </a:lnTo>
                <a:lnTo>
                  <a:pt x="2216" y="2274"/>
                </a:lnTo>
                <a:lnTo>
                  <a:pt x="2188" y="2238"/>
                </a:lnTo>
                <a:lnTo>
                  <a:pt x="2158" y="2206"/>
                </a:lnTo>
                <a:lnTo>
                  <a:pt x="2126" y="2174"/>
                </a:lnTo>
                <a:lnTo>
                  <a:pt x="2092" y="2144"/>
                </a:lnTo>
                <a:lnTo>
                  <a:pt x="2058" y="2116"/>
                </a:lnTo>
                <a:lnTo>
                  <a:pt x="2022" y="2088"/>
                </a:lnTo>
                <a:lnTo>
                  <a:pt x="1986" y="2062"/>
                </a:lnTo>
                <a:lnTo>
                  <a:pt x="1986" y="2062"/>
                </a:lnTo>
                <a:lnTo>
                  <a:pt x="1932" y="2024"/>
                </a:lnTo>
                <a:lnTo>
                  <a:pt x="1878" y="1990"/>
                </a:lnTo>
                <a:lnTo>
                  <a:pt x="1824" y="1956"/>
                </a:lnTo>
                <a:lnTo>
                  <a:pt x="1768" y="1924"/>
                </a:lnTo>
                <a:lnTo>
                  <a:pt x="1712" y="1894"/>
                </a:lnTo>
                <a:lnTo>
                  <a:pt x="1654" y="1864"/>
                </a:lnTo>
                <a:lnTo>
                  <a:pt x="1596" y="1836"/>
                </a:lnTo>
                <a:lnTo>
                  <a:pt x="1538" y="1808"/>
                </a:lnTo>
                <a:lnTo>
                  <a:pt x="1538" y="1808"/>
                </a:lnTo>
                <a:lnTo>
                  <a:pt x="1346" y="1724"/>
                </a:lnTo>
                <a:lnTo>
                  <a:pt x="1156" y="1640"/>
                </a:lnTo>
                <a:lnTo>
                  <a:pt x="774" y="1474"/>
                </a:lnTo>
                <a:lnTo>
                  <a:pt x="774" y="1474"/>
                </a:lnTo>
                <a:lnTo>
                  <a:pt x="710" y="1446"/>
                </a:lnTo>
                <a:lnTo>
                  <a:pt x="646" y="1416"/>
                </a:lnTo>
                <a:lnTo>
                  <a:pt x="584" y="1384"/>
                </a:lnTo>
                <a:lnTo>
                  <a:pt x="524" y="1350"/>
                </a:lnTo>
                <a:lnTo>
                  <a:pt x="466" y="1312"/>
                </a:lnTo>
                <a:lnTo>
                  <a:pt x="410" y="1272"/>
                </a:lnTo>
                <a:lnTo>
                  <a:pt x="354" y="1230"/>
                </a:lnTo>
                <a:lnTo>
                  <a:pt x="302" y="1184"/>
                </a:lnTo>
                <a:lnTo>
                  <a:pt x="302" y="1184"/>
                </a:lnTo>
                <a:lnTo>
                  <a:pt x="262" y="1144"/>
                </a:lnTo>
                <a:lnTo>
                  <a:pt x="224" y="1104"/>
                </a:lnTo>
                <a:lnTo>
                  <a:pt x="188" y="1062"/>
                </a:lnTo>
                <a:lnTo>
                  <a:pt x="158" y="1020"/>
                </a:lnTo>
                <a:lnTo>
                  <a:pt x="128" y="976"/>
                </a:lnTo>
                <a:lnTo>
                  <a:pt x="102" y="930"/>
                </a:lnTo>
                <a:lnTo>
                  <a:pt x="80" y="884"/>
                </a:lnTo>
                <a:lnTo>
                  <a:pt x="58" y="838"/>
                </a:lnTo>
                <a:lnTo>
                  <a:pt x="42" y="790"/>
                </a:lnTo>
                <a:lnTo>
                  <a:pt x="28" y="740"/>
                </a:lnTo>
                <a:lnTo>
                  <a:pt x="16" y="688"/>
                </a:lnTo>
                <a:lnTo>
                  <a:pt x="8" y="636"/>
                </a:lnTo>
                <a:lnTo>
                  <a:pt x="2" y="584"/>
                </a:lnTo>
                <a:lnTo>
                  <a:pt x="0" y="530"/>
                </a:lnTo>
                <a:lnTo>
                  <a:pt x="0" y="474"/>
                </a:lnTo>
                <a:lnTo>
                  <a:pt x="4" y="418"/>
                </a:lnTo>
                <a:lnTo>
                  <a:pt x="4" y="418"/>
                </a:lnTo>
                <a:lnTo>
                  <a:pt x="10" y="366"/>
                </a:lnTo>
                <a:lnTo>
                  <a:pt x="18" y="314"/>
                </a:lnTo>
                <a:lnTo>
                  <a:pt x="30" y="262"/>
                </a:lnTo>
                <a:lnTo>
                  <a:pt x="42" y="212"/>
                </a:lnTo>
                <a:lnTo>
                  <a:pt x="58" y="162"/>
                </a:lnTo>
                <a:lnTo>
                  <a:pt x="76" y="112"/>
                </a:lnTo>
                <a:lnTo>
                  <a:pt x="94" y="64"/>
                </a:lnTo>
                <a:lnTo>
                  <a:pt x="118" y="16"/>
                </a:lnTo>
                <a:lnTo>
                  <a:pt x="118" y="16"/>
                </a:lnTo>
                <a:lnTo>
                  <a:pt x="122" y="0"/>
                </a:lnTo>
                <a:lnTo>
                  <a:pt x="122" y="0"/>
                </a:lnTo>
                <a:close/>
              </a:path>
            </a:pathLst>
          </a:custGeom>
          <a:solidFill>
            <a:schemeClr val="accent1"/>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1" name="Title 1"/>
          <p:cNvSpPr>
            <a:spLocks noGrp="1"/>
          </p:cNvSpPr>
          <p:nvPr>
            <p:ph type="ctrTitle" hasCustomPrompt="1"/>
          </p:nvPr>
        </p:nvSpPr>
        <p:spPr>
          <a:xfrm>
            <a:off x="407988" y="1358153"/>
            <a:ext cx="4774258" cy="147515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defRPr lang="en-US" sz="2600" b="0" dirty="0">
                <a:solidFill>
                  <a:schemeClr val="accent1"/>
                </a:solidFill>
              </a:defRPr>
            </a:lvl1pPr>
          </a:lstStyle>
          <a:p>
            <a:pPr marL="0" lvl="0"/>
            <a:r>
              <a:rPr lang="en-US"/>
              <a:t>Click to insert title</a:t>
            </a:r>
          </a:p>
        </p:txBody>
      </p:sp>
      <p:sp>
        <p:nvSpPr>
          <p:cNvPr id="12" name="Subtitle 2"/>
          <p:cNvSpPr>
            <a:spLocks noGrp="1"/>
          </p:cNvSpPr>
          <p:nvPr>
            <p:ph type="subTitle" idx="1" hasCustomPrompt="1"/>
          </p:nvPr>
        </p:nvSpPr>
        <p:spPr>
          <a:xfrm>
            <a:off x="407988" y="2976180"/>
            <a:ext cx="4774257"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lang="en-US" sz="1600" dirty="0">
                <a:solidFill>
                  <a:schemeClr val="accent1"/>
                </a:solidFill>
              </a:defRPr>
            </a:lvl1pPr>
          </a:lstStyle>
          <a:p>
            <a:pPr marL="0" lvl="0"/>
            <a:r>
              <a:rPr lang="en-US"/>
              <a:t>Click to insert presenter, location, and date</a:t>
            </a:r>
          </a:p>
        </p:txBody>
      </p:sp>
      <p:grpSp>
        <p:nvGrpSpPr>
          <p:cNvPr id="13" name="Group 14"/>
          <p:cNvGrpSpPr>
            <a:grpSpLocks noChangeAspect="1"/>
          </p:cNvGrpSpPr>
          <p:nvPr userDrawn="1"/>
        </p:nvGrpSpPr>
        <p:grpSpPr>
          <a:xfrm>
            <a:off x="416888" y="4537346"/>
            <a:ext cx="5040000" cy="1123654"/>
            <a:chOff x="728663" y="4465638"/>
            <a:chExt cx="5354637" cy="1193801"/>
          </a:xfrm>
        </p:grpSpPr>
        <p:sp>
          <p:nvSpPr>
            <p:cNvPr id="14"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6" name="Freeform 12"/>
            <p:cNvSpPr>
              <a:spLocks noEditPoints="1"/>
            </p:cNvSpPr>
            <p:nvPr userDrawn="1"/>
          </p:nvSpPr>
          <p:spPr bwMode="auto">
            <a:xfrm>
              <a:off x="728663" y="4483101"/>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7"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8"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9"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grpSp>
    </p:spTree>
    <p:extLst>
      <p:ext uri="{BB962C8B-B14F-4D97-AF65-F5344CB8AC3E}">
        <p14:creationId xmlns:p14="http://schemas.microsoft.com/office/powerpoint/2010/main" val="2352832821"/>
      </p:ext>
    </p:extLst>
  </p:cSld>
  <p:clrMapOvr>
    <a:masterClrMapping/>
  </p:clrMapOvr>
  <p:extLst>
    <p:ext uri="{DCECCB84-F9BA-43D5-87BE-67443E8EF086}">
      <p15:sldGuideLst xmlns:p15="http://schemas.microsoft.com/office/powerpoint/2012/main">
        <p15:guide id="1" orient="horz" pos="3339">
          <p15:clr>
            <a:srgbClr val="FBAE40"/>
          </p15:clr>
        </p15:guide>
        <p15:guide id="2" pos="257">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Slide 2">
    <p:spTree>
      <p:nvGrpSpPr>
        <p:cNvPr id="1" name=""/>
        <p:cNvGrpSpPr/>
        <p:nvPr/>
      </p:nvGrpSpPr>
      <p:grpSpPr>
        <a:xfrm>
          <a:off x="0" y="0"/>
          <a:ext cx="0" cy="0"/>
          <a:chOff x="0" y="0"/>
          <a:chExt cx="0" cy="0"/>
        </a:xfrm>
      </p:grpSpPr>
      <p:graphicFrame>
        <p:nvGraphicFramePr>
          <p:cNvPr id="9" name="Object 8"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9" name="Object 8"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6389" name="Freeform 5"/>
          <p:cNvSpPr>
            <a:spLocks/>
          </p:cNvSpPr>
          <p:nvPr userDrawn="1"/>
        </p:nvSpPr>
        <p:spPr bwMode="auto">
          <a:xfrm>
            <a:off x="1009650" y="0"/>
            <a:ext cx="11182350" cy="6858000"/>
          </a:xfrm>
          <a:custGeom>
            <a:avLst/>
            <a:gdLst/>
            <a:ahLst/>
            <a:cxnLst>
              <a:cxn ang="0">
                <a:pos x="0" y="0"/>
              </a:cxn>
              <a:cxn ang="0">
                <a:pos x="7044" y="0"/>
              </a:cxn>
              <a:cxn ang="0">
                <a:pos x="7044" y="4320"/>
              </a:cxn>
              <a:cxn ang="0">
                <a:pos x="7040" y="4320"/>
              </a:cxn>
              <a:cxn ang="0">
                <a:pos x="4170" y="4320"/>
              </a:cxn>
              <a:cxn ang="0">
                <a:pos x="4150" y="4318"/>
              </a:cxn>
              <a:cxn ang="0">
                <a:pos x="4132" y="4308"/>
              </a:cxn>
              <a:cxn ang="0">
                <a:pos x="3522" y="3806"/>
              </a:cxn>
              <a:cxn ang="0">
                <a:pos x="3468" y="3760"/>
              </a:cxn>
              <a:cxn ang="0">
                <a:pos x="3416" y="3714"/>
              </a:cxn>
              <a:cxn ang="0">
                <a:pos x="3492" y="3568"/>
              </a:cxn>
              <a:cxn ang="0">
                <a:pos x="3522" y="3504"/>
              </a:cxn>
              <a:cxn ang="0">
                <a:pos x="3578" y="3378"/>
              </a:cxn>
              <a:cxn ang="0">
                <a:pos x="3622" y="3248"/>
              </a:cxn>
              <a:cxn ang="0">
                <a:pos x="3652" y="3116"/>
              </a:cxn>
              <a:cxn ang="0">
                <a:pos x="3664" y="3046"/>
              </a:cxn>
              <a:cxn ang="0">
                <a:pos x="3670" y="2964"/>
              </a:cxn>
              <a:cxn ang="0">
                <a:pos x="3670" y="2884"/>
              </a:cxn>
              <a:cxn ang="0">
                <a:pos x="3662" y="2802"/>
              </a:cxn>
              <a:cxn ang="0">
                <a:pos x="3648" y="2722"/>
              </a:cxn>
              <a:cxn ang="0">
                <a:pos x="3632" y="2666"/>
              </a:cxn>
              <a:cxn ang="0">
                <a:pos x="3590" y="2560"/>
              </a:cxn>
              <a:cxn ang="0">
                <a:pos x="3536" y="2460"/>
              </a:cxn>
              <a:cxn ang="0">
                <a:pos x="3470" y="2366"/>
              </a:cxn>
              <a:cxn ang="0">
                <a:pos x="3434" y="2322"/>
              </a:cxn>
              <a:cxn ang="0">
                <a:pos x="3338" y="2220"/>
              </a:cxn>
              <a:cxn ang="0">
                <a:pos x="3236" y="2130"/>
              </a:cxn>
              <a:cxn ang="0">
                <a:pos x="3126" y="2046"/>
              </a:cxn>
              <a:cxn ang="0">
                <a:pos x="3012" y="1966"/>
              </a:cxn>
              <a:cxn ang="0">
                <a:pos x="2932" y="1916"/>
              </a:cxn>
              <a:cxn ang="0">
                <a:pos x="2766" y="1818"/>
              </a:cxn>
              <a:cxn ang="0">
                <a:pos x="2598" y="1728"/>
              </a:cxn>
              <a:cxn ang="0">
                <a:pos x="2340" y="1602"/>
              </a:cxn>
              <a:cxn ang="0">
                <a:pos x="2198" y="1536"/>
              </a:cxn>
              <a:cxn ang="0">
                <a:pos x="1772" y="1348"/>
              </a:cxn>
              <a:cxn ang="0">
                <a:pos x="1200" y="1106"/>
              </a:cxn>
              <a:cxn ang="0">
                <a:pos x="1118" y="1070"/>
              </a:cxn>
              <a:cxn ang="0">
                <a:pos x="954" y="994"/>
              </a:cxn>
              <a:cxn ang="0">
                <a:pos x="798" y="908"/>
              </a:cxn>
              <a:cxn ang="0">
                <a:pos x="646" y="814"/>
              </a:cxn>
              <a:cxn ang="0">
                <a:pos x="572" y="760"/>
              </a:cxn>
              <a:cxn ang="0">
                <a:pos x="448" y="658"/>
              </a:cxn>
              <a:cxn ang="0">
                <a:pos x="332" y="548"/>
              </a:cxn>
              <a:cxn ang="0">
                <a:pos x="228" y="426"/>
              </a:cxn>
              <a:cxn ang="0">
                <a:pos x="136" y="292"/>
              </a:cxn>
              <a:cxn ang="0">
                <a:pos x="94" y="222"/>
              </a:cxn>
              <a:cxn ang="0">
                <a:pos x="58" y="150"/>
              </a:cxn>
              <a:cxn ang="0">
                <a:pos x="28" y="76"/>
              </a:cxn>
              <a:cxn ang="0">
                <a:pos x="0" y="0"/>
              </a:cxn>
            </a:cxnLst>
            <a:rect l="0" t="0" r="r" b="b"/>
            <a:pathLst>
              <a:path w="7044" h="4320">
                <a:moveTo>
                  <a:pt x="0" y="0"/>
                </a:moveTo>
                <a:lnTo>
                  <a:pt x="0" y="0"/>
                </a:lnTo>
                <a:lnTo>
                  <a:pt x="7044" y="0"/>
                </a:lnTo>
                <a:lnTo>
                  <a:pt x="7044" y="0"/>
                </a:lnTo>
                <a:lnTo>
                  <a:pt x="7044" y="4320"/>
                </a:lnTo>
                <a:lnTo>
                  <a:pt x="7044" y="4320"/>
                </a:lnTo>
                <a:lnTo>
                  <a:pt x="7040" y="4320"/>
                </a:lnTo>
                <a:lnTo>
                  <a:pt x="7040" y="4320"/>
                </a:lnTo>
                <a:lnTo>
                  <a:pt x="4170" y="4320"/>
                </a:lnTo>
                <a:lnTo>
                  <a:pt x="4170" y="4320"/>
                </a:lnTo>
                <a:lnTo>
                  <a:pt x="4160" y="4320"/>
                </a:lnTo>
                <a:lnTo>
                  <a:pt x="4150" y="4318"/>
                </a:lnTo>
                <a:lnTo>
                  <a:pt x="4140" y="4314"/>
                </a:lnTo>
                <a:lnTo>
                  <a:pt x="4132" y="4308"/>
                </a:lnTo>
                <a:lnTo>
                  <a:pt x="4132" y="4308"/>
                </a:lnTo>
                <a:lnTo>
                  <a:pt x="3522" y="3806"/>
                </a:lnTo>
                <a:lnTo>
                  <a:pt x="3522" y="3806"/>
                </a:lnTo>
                <a:lnTo>
                  <a:pt x="3468" y="3760"/>
                </a:lnTo>
                <a:lnTo>
                  <a:pt x="3416" y="3714"/>
                </a:lnTo>
                <a:lnTo>
                  <a:pt x="3416" y="3714"/>
                </a:lnTo>
                <a:lnTo>
                  <a:pt x="3454" y="3640"/>
                </a:lnTo>
                <a:lnTo>
                  <a:pt x="3492" y="3568"/>
                </a:lnTo>
                <a:lnTo>
                  <a:pt x="3492" y="3568"/>
                </a:lnTo>
                <a:lnTo>
                  <a:pt x="3522" y="3504"/>
                </a:lnTo>
                <a:lnTo>
                  <a:pt x="3552" y="3442"/>
                </a:lnTo>
                <a:lnTo>
                  <a:pt x="3578" y="3378"/>
                </a:lnTo>
                <a:lnTo>
                  <a:pt x="3600" y="3314"/>
                </a:lnTo>
                <a:lnTo>
                  <a:pt x="3622" y="3248"/>
                </a:lnTo>
                <a:lnTo>
                  <a:pt x="3638" y="3182"/>
                </a:lnTo>
                <a:lnTo>
                  <a:pt x="3652" y="3116"/>
                </a:lnTo>
                <a:lnTo>
                  <a:pt x="3664" y="3046"/>
                </a:lnTo>
                <a:lnTo>
                  <a:pt x="3664" y="3046"/>
                </a:lnTo>
                <a:lnTo>
                  <a:pt x="3668" y="3006"/>
                </a:lnTo>
                <a:lnTo>
                  <a:pt x="3670" y="2964"/>
                </a:lnTo>
                <a:lnTo>
                  <a:pt x="3670" y="2924"/>
                </a:lnTo>
                <a:lnTo>
                  <a:pt x="3670" y="2884"/>
                </a:lnTo>
                <a:lnTo>
                  <a:pt x="3666" y="2844"/>
                </a:lnTo>
                <a:lnTo>
                  <a:pt x="3662" y="2802"/>
                </a:lnTo>
                <a:lnTo>
                  <a:pt x="3656" y="2762"/>
                </a:lnTo>
                <a:lnTo>
                  <a:pt x="3648" y="2722"/>
                </a:lnTo>
                <a:lnTo>
                  <a:pt x="3648" y="2722"/>
                </a:lnTo>
                <a:lnTo>
                  <a:pt x="3632" y="2666"/>
                </a:lnTo>
                <a:lnTo>
                  <a:pt x="3612" y="2612"/>
                </a:lnTo>
                <a:lnTo>
                  <a:pt x="3590" y="2560"/>
                </a:lnTo>
                <a:lnTo>
                  <a:pt x="3564" y="2508"/>
                </a:lnTo>
                <a:lnTo>
                  <a:pt x="3536" y="2460"/>
                </a:lnTo>
                <a:lnTo>
                  <a:pt x="3504" y="2412"/>
                </a:lnTo>
                <a:lnTo>
                  <a:pt x="3470" y="2366"/>
                </a:lnTo>
                <a:lnTo>
                  <a:pt x="3434" y="2322"/>
                </a:lnTo>
                <a:lnTo>
                  <a:pt x="3434" y="2322"/>
                </a:lnTo>
                <a:lnTo>
                  <a:pt x="3388" y="2270"/>
                </a:lnTo>
                <a:lnTo>
                  <a:pt x="3338" y="2220"/>
                </a:lnTo>
                <a:lnTo>
                  <a:pt x="3288" y="2174"/>
                </a:lnTo>
                <a:lnTo>
                  <a:pt x="3236" y="2130"/>
                </a:lnTo>
                <a:lnTo>
                  <a:pt x="3182" y="2086"/>
                </a:lnTo>
                <a:lnTo>
                  <a:pt x="3126" y="2046"/>
                </a:lnTo>
                <a:lnTo>
                  <a:pt x="3070" y="2006"/>
                </a:lnTo>
                <a:lnTo>
                  <a:pt x="3012" y="1966"/>
                </a:lnTo>
                <a:lnTo>
                  <a:pt x="3012" y="1966"/>
                </a:lnTo>
                <a:lnTo>
                  <a:pt x="2932" y="1916"/>
                </a:lnTo>
                <a:lnTo>
                  <a:pt x="2850" y="1866"/>
                </a:lnTo>
                <a:lnTo>
                  <a:pt x="2766" y="1818"/>
                </a:lnTo>
                <a:lnTo>
                  <a:pt x="2682" y="1772"/>
                </a:lnTo>
                <a:lnTo>
                  <a:pt x="2598" y="1728"/>
                </a:lnTo>
                <a:lnTo>
                  <a:pt x="2512" y="1686"/>
                </a:lnTo>
                <a:lnTo>
                  <a:pt x="2340" y="1602"/>
                </a:lnTo>
                <a:lnTo>
                  <a:pt x="2340" y="1602"/>
                </a:lnTo>
                <a:lnTo>
                  <a:pt x="2198" y="1536"/>
                </a:lnTo>
                <a:lnTo>
                  <a:pt x="2056" y="1472"/>
                </a:lnTo>
                <a:lnTo>
                  <a:pt x="1772" y="1348"/>
                </a:lnTo>
                <a:lnTo>
                  <a:pt x="1486" y="1226"/>
                </a:lnTo>
                <a:lnTo>
                  <a:pt x="1200" y="1106"/>
                </a:lnTo>
                <a:lnTo>
                  <a:pt x="1200" y="1106"/>
                </a:lnTo>
                <a:lnTo>
                  <a:pt x="1118" y="1070"/>
                </a:lnTo>
                <a:lnTo>
                  <a:pt x="1036" y="1034"/>
                </a:lnTo>
                <a:lnTo>
                  <a:pt x="954" y="994"/>
                </a:lnTo>
                <a:lnTo>
                  <a:pt x="876" y="952"/>
                </a:lnTo>
                <a:lnTo>
                  <a:pt x="798" y="908"/>
                </a:lnTo>
                <a:lnTo>
                  <a:pt x="720" y="862"/>
                </a:lnTo>
                <a:lnTo>
                  <a:pt x="646" y="814"/>
                </a:lnTo>
                <a:lnTo>
                  <a:pt x="572" y="760"/>
                </a:lnTo>
                <a:lnTo>
                  <a:pt x="572" y="760"/>
                </a:lnTo>
                <a:lnTo>
                  <a:pt x="508" y="710"/>
                </a:lnTo>
                <a:lnTo>
                  <a:pt x="448" y="658"/>
                </a:lnTo>
                <a:lnTo>
                  <a:pt x="388" y="604"/>
                </a:lnTo>
                <a:lnTo>
                  <a:pt x="332" y="548"/>
                </a:lnTo>
                <a:lnTo>
                  <a:pt x="278" y="488"/>
                </a:lnTo>
                <a:lnTo>
                  <a:pt x="228" y="426"/>
                </a:lnTo>
                <a:lnTo>
                  <a:pt x="180" y="360"/>
                </a:lnTo>
                <a:lnTo>
                  <a:pt x="136" y="292"/>
                </a:lnTo>
                <a:lnTo>
                  <a:pt x="136" y="292"/>
                </a:lnTo>
                <a:lnTo>
                  <a:pt x="94" y="222"/>
                </a:lnTo>
                <a:lnTo>
                  <a:pt x="76" y="186"/>
                </a:lnTo>
                <a:lnTo>
                  <a:pt x="58" y="150"/>
                </a:lnTo>
                <a:lnTo>
                  <a:pt x="42" y="114"/>
                </a:lnTo>
                <a:lnTo>
                  <a:pt x="28" y="76"/>
                </a:lnTo>
                <a:lnTo>
                  <a:pt x="14" y="38"/>
                </a:lnTo>
                <a:lnTo>
                  <a:pt x="0" y="0"/>
                </a:lnTo>
                <a:lnTo>
                  <a:pt x="0" y="0"/>
                </a:lnTo>
                <a:close/>
              </a:path>
            </a:pathLst>
          </a:custGeom>
          <a:solidFill>
            <a:schemeClr val="tx2"/>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grpSp>
        <p:nvGrpSpPr>
          <p:cNvPr id="15" name="Group 14"/>
          <p:cNvGrpSpPr>
            <a:grpSpLocks noChangeAspect="1"/>
          </p:cNvGrpSpPr>
          <p:nvPr userDrawn="1"/>
        </p:nvGrpSpPr>
        <p:grpSpPr>
          <a:xfrm>
            <a:off x="416888" y="4537346"/>
            <a:ext cx="5040000" cy="1123654"/>
            <a:chOff x="728663" y="4465638"/>
            <a:chExt cx="5354637" cy="1193801"/>
          </a:xfrm>
        </p:grpSpPr>
        <p:sp>
          <p:nvSpPr>
            <p:cNvPr id="16"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7" name="Freeform 12"/>
            <p:cNvSpPr>
              <a:spLocks noEditPoints="1"/>
            </p:cNvSpPr>
            <p:nvPr userDrawn="1"/>
          </p:nvSpPr>
          <p:spPr bwMode="auto">
            <a:xfrm>
              <a:off x="728663" y="4483101"/>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8"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9"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0"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grpSp>
      <p:sp>
        <p:nvSpPr>
          <p:cNvPr id="22" name="Subtitle 2"/>
          <p:cNvSpPr>
            <a:spLocks noGrp="1"/>
          </p:cNvSpPr>
          <p:nvPr>
            <p:ph type="subTitle" idx="1" hasCustomPrompt="1"/>
          </p:nvPr>
        </p:nvSpPr>
        <p:spPr>
          <a:xfrm>
            <a:off x="5665976" y="1690688"/>
            <a:ext cx="6234859" cy="11260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bg1"/>
                </a:solidFill>
              </a:defRPr>
            </a:lvl1pPr>
          </a:lstStyle>
          <a:p>
            <a:pPr marL="0" lvl="0"/>
            <a:r>
              <a:rPr lang="en-US"/>
              <a:t>Click to insert presenter, location, and date</a:t>
            </a:r>
          </a:p>
        </p:txBody>
      </p:sp>
      <p:sp>
        <p:nvSpPr>
          <p:cNvPr id="2" name="Titre 1"/>
          <p:cNvSpPr>
            <a:spLocks noGrp="1"/>
          </p:cNvSpPr>
          <p:nvPr>
            <p:ph type="title" hasCustomPrompt="1"/>
          </p:nvPr>
        </p:nvSpPr>
        <p:spPr>
          <a:xfrm>
            <a:off x="5655320" y="622300"/>
            <a:ext cx="6260455" cy="1068388"/>
          </a:xfrm>
          <a:prstGeom prst="rect">
            <a:avLst/>
          </a:prstGeom>
        </p:spPr>
        <p:txBody>
          <a:bodyPr lIns="0" anchor="b"/>
          <a:lstStyle>
            <a:lvl1pPr>
              <a:defRPr sz="2600">
                <a:solidFill>
                  <a:schemeClr val="accent2"/>
                </a:solidFill>
              </a:defRPr>
            </a:lvl1pPr>
          </a:lstStyle>
          <a:p>
            <a:r>
              <a:rPr lang="en-US"/>
              <a:t>Click to insert title</a:t>
            </a:r>
          </a:p>
        </p:txBody>
      </p:sp>
    </p:spTree>
    <p:extLst>
      <p:ext uri="{BB962C8B-B14F-4D97-AF65-F5344CB8AC3E}">
        <p14:creationId xmlns:p14="http://schemas.microsoft.com/office/powerpoint/2010/main" val="1132199565"/>
      </p:ext>
    </p:extLst>
  </p:cSld>
  <p:clrMapOvr>
    <a:masterClrMapping/>
  </p:clrMapOvr>
  <p:extLst>
    <p:ext uri="{DCECCB84-F9BA-43D5-87BE-67443E8EF086}">
      <p15:sldGuideLst xmlns:p15="http://schemas.microsoft.com/office/powerpoint/2012/main">
        <p15:guide id="1" orient="horz" pos="3339">
          <p15:clr>
            <a:srgbClr val="FBAE40"/>
          </p15:clr>
        </p15:guide>
        <p15:guide id="2" pos="257">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Slide 3">
    <p:bg>
      <p:bgPr>
        <a:solidFill>
          <a:srgbClr val="E6E7E7"/>
        </a:solidFill>
        <a:effectLst/>
      </p:bgPr>
    </p:bg>
    <p:spTree>
      <p:nvGrpSpPr>
        <p:cNvPr id="1" name=""/>
        <p:cNvGrpSpPr/>
        <p:nvPr/>
      </p:nvGrpSpPr>
      <p:grpSpPr>
        <a:xfrm>
          <a:off x="0" y="0"/>
          <a:ext cx="0" cy="0"/>
          <a:chOff x="0" y="0"/>
          <a:chExt cx="0" cy="0"/>
        </a:xfrm>
      </p:grpSpPr>
      <p:graphicFrame>
        <p:nvGraphicFramePr>
          <p:cNvPr id="16" name="Object 15"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16" name="Object 15"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246" name="Freeform 6"/>
          <p:cNvSpPr>
            <a:spLocks/>
          </p:cNvSpPr>
          <p:nvPr userDrawn="1"/>
        </p:nvSpPr>
        <p:spPr bwMode="auto">
          <a:xfrm>
            <a:off x="3771900" y="1847851"/>
            <a:ext cx="8420100" cy="5010150"/>
          </a:xfrm>
          <a:custGeom>
            <a:avLst/>
            <a:gdLst/>
            <a:ahLst/>
            <a:cxnLst>
              <a:cxn ang="0">
                <a:pos x="5302" y="3130"/>
              </a:cxn>
              <a:cxn ang="0">
                <a:pos x="5302" y="994"/>
              </a:cxn>
              <a:cxn ang="0">
                <a:pos x="5302" y="982"/>
              </a:cxn>
              <a:cxn ang="0">
                <a:pos x="5302" y="966"/>
              </a:cxn>
              <a:cxn ang="0">
                <a:pos x="5298" y="962"/>
              </a:cxn>
              <a:cxn ang="0">
                <a:pos x="5284" y="968"/>
              </a:cxn>
              <a:cxn ang="0">
                <a:pos x="5234" y="992"/>
              </a:cxn>
              <a:cxn ang="0">
                <a:pos x="5132" y="1030"/>
              </a:cxn>
              <a:cxn ang="0">
                <a:pos x="5080" y="1044"/>
              </a:cxn>
              <a:cxn ang="0">
                <a:pos x="4944" y="1076"/>
              </a:cxn>
              <a:cxn ang="0">
                <a:pos x="4806" y="1094"/>
              </a:cxn>
              <a:cxn ang="0">
                <a:pos x="4668" y="1104"/>
              </a:cxn>
              <a:cxn ang="0">
                <a:pos x="4528" y="1102"/>
              </a:cxn>
              <a:cxn ang="0">
                <a:pos x="4436" y="1098"/>
              </a:cxn>
              <a:cxn ang="0">
                <a:pos x="4254" y="1080"/>
              </a:cxn>
              <a:cxn ang="0">
                <a:pos x="4074" y="1054"/>
              </a:cxn>
              <a:cxn ang="0">
                <a:pos x="3894" y="1018"/>
              </a:cxn>
              <a:cxn ang="0">
                <a:pos x="3806" y="996"/>
              </a:cxn>
              <a:cxn ang="0">
                <a:pos x="3518" y="918"/>
              </a:cxn>
              <a:cxn ang="0">
                <a:pos x="3236" y="828"/>
              </a:cxn>
              <a:cxn ang="0">
                <a:pos x="2956" y="724"/>
              </a:cxn>
              <a:cxn ang="0">
                <a:pos x="2680" y="612"/>
              </a:cxn>
              <a:cxn ang="0">
                <a:pos x="2522" y="544"/>
              </a:cxn>
              <a:cxn ang="0">
                <a:pos x="2210" y="402"/>
              </a:cxn>
              <a:cxn ang="0">
                <a:pos x="1902" y="250"/>
              </a:cxn>
              <a:cxn ang="0">
                <a:pos x="1596" y="92"/>
              </a:cxn>
              <a:cxn ang="0">
                <a:pos x="1446" y="10"/>
              </a:cxn>
              <a:cxn ang="0">
                <a:pos x="1434" y="4"/>
              </a:cxn>
              <a:cxn ang="0">
                <a:pos x="1432" y="0"/>
              </a:cxn>
              <a:cxn ang="0">
                <a:pos x="1424" y="0"/>
              </a:cxn>
              <a:cxn ang="0">
                <a:pos x="1286" y="88"/>
              </a:cxn>
              <a:cxn ang="0">
                <a:pos x="1132" y="194"/>
              </a:cxn>
              <a:cxn ang="0">
                <a:pos x="982" y="304"/>
              </a:cxn>
              <a:cxn ang="0">
                <a:pos x="838" y="422"/>
              </a:cxn>
              <a:cxn ang="0">
                <a:pos x="702" y="548"/>
              </a:cxn>
              <a:cxn ang="0">
                <a:pos x="660" y="592"/>
              </a:cxn>
              <a:cxn ang="0">
                <a:pos x="578" y="678"/>
              </a:cxn>
              <a:cxn ang="0">
                <a:pos x="500" y="768"/>
              </a:cxn>
              <a:cxn ang="0">
                <a:pos x="428" y="862"/>
              </a:cxn>
              <a:cxn ang="0">
                <a:pos x="360" y="958"/>
              </a:cxn>
              <a:cxn ang="0">
                <a:pos x="296" y="1058"/>
              </a:cxn>
              <a:cxn ang="0">
                <a:pos x="240" y="1162"/>
              </a:cxn>
              <a:cxn ang="0">
                <a:pos x="188" y="1270"/>
              </a:cxn>
              <a:cxn ang="0">
                <a:pos x="164" y="1326"/>
              </a:cxn>
              <a:cxn ang="0">
                <a:pos x="114" y="1460"/>
              </a:cxn>
              <a:cxn ang="0">
                <a:pos x="72" y="1596"/>
              </a:cxn>
              <a:cxn ang="0">
                <a:pos x="42" y="1736"/>
              </a:cxn>
              <a:cxn ang="0">
                <a:pos x="18" y="1876"/>
              </a:cxn>
              <a:cxn ang="0">
                <a:pos x="10" y="1958"/>
              </a:cxn>
              <a:cxn ang="0">
                <a:pos x="4" y="2038"/>
              </a:cxn>
              <a:cxn ang="0">
                <a:pos x="2" y="2052"/>
              </a:cxn>
              <a:cxn ang="0">
                <a:pos x="0" y="2054"/>
              </a:cxn>
              <a:cxn ang="0">
                <a:pos x="0" y="2312"/>
              </a:cxn>
              <a:cxn ang="0">
                <a:pos x="6" y="2330"/>
              </a:cxn>
              <a:cxn ang="0">
                <a:pos x="6" y="2350"/>
              </a:cxn>
              <a:cxn ang="0">
                <a:pos x="26" y="2552"/>
              </a:cxn>
              <a:cxn ang="0">
                <a:pos x="56" y="2752"/>
              </a:cxn>
              <a:cxn ang="0">
                <a:pos x="100" y="2950"/>
              </a:cxn>
              <a:cxn ang="0">
                <a:pos x="150" y="3148"/>
              </a:cxn>
              <a:cxn ang="0">
                <a:pos x="154" y="3156"/>
              </a:cxn>
              <a:cxn ang="0">
                <a:pos x="5304" y="3156"/>
              </a:cxn>
              <a:cxn ang="0">
                <a:pos x="5302" y="3130"/>
              </a:cxn>
            </a:cxnLst>
            <a:rect l="0" t="0" r="r" b="b"/>
            <a:pathLst>
              <a:path w="5304" h="3156">
                <a:moveTo>
                  <a:pt x="5302" y="3130"/>
                </a:moveTo>
                <a:lnTo>
                  <a:pt x="5302" y="3130"/>
                </a:lnTo>
                <a:lnTo>
                  <a:pt x="5302" y="994"/>
                </a:lnTo>
                <a:lnTo>
                  <a:pt x="5302" y="994"/>
                </a:lnTo>
                <a:lnTo>
                  <a:pt x="5302" y="982"/>
                </a:lnTo>
                <a:lnTo>
                  <a:pt x="5302" y="982"/>
                </a:lnTo>
                <a:lnTo>
                  <a:pt x="5302" y="968"/>
                </a:lnTo>
                <a:lnTo>
                  <a:pt x="5302" y="966"/>
                </a:lnTo>
                <a:lnTo>
                  <a:pt x="5300" y="964"/>
                </a:lnTo>
                <a:lnTo>
                  <a:pt x="5298" y="962"/>
                </a:lnTo>
                <a:lnTo>
                  <a:pt x="5294" y="964"/>
                </a:lnTo>
                <a:lnTo>
                  <a:pt x="5284" y="968"/>
                </a:lnTo>
                <a:lnTo>
                  <a:pt x="5284" y="968"/>
                </a:lnTo>
                <a:lnTo>
                  <a:pt x="5234" y="992"/>
                </a:lnTo>
                <a:lnTo>
                  <a:pt x="5184" y="1012"/>
                </a:lnTo>
                <a:lnTo>
                  <a:pt x="5132" y="1030"/>
                </a:lnTo>
                <a:lnTo>
                  <a:pt x="5080" y="1044"/>
                </a:lnTo>
                <a:lnTo>
                  <a:pt x="5080" y="1044"/>
                </a:lnTo>
                <a:lnTo>
                  <a:pt x="5012" y="1062"/>
                </a:lnTo>
                <a:lnTo>
                  <a:pt x="4944" y="1076"/>
                </a:lnTo>
                <a:lnTo>
                  <a:pt x="4876" y="1086"/>
                </a:lnTo>
                <a:lnTo>
                  <a:pt x="4806" y="1094"/>
                </a:lnTo>
                <a:lnTo>
                  <a:pt x="4736" y="1100"/>
                </a:lnTo>
                <a:lnTo>
                  <a:pt x="4668" y="1104"/>
                </a:lnTo>
                <a:lnTo>
                  <a:pt x="4598" y="1104"/>
                </a:lnTo>
                <a:lnTo>
                  <a:pt x="4528" y="1102"/>
                </a:lnTo>
                <a:lnTo>
                  <a:pt x="4528" y="1102"/>
                </a:lnTo>
                <a:lnTo>
                  <a:pt x="4436" y="1098"/>
                </a:lnTo>
                <a:lnTo>
                  <a:pt x="4344" y="1090"/>
                </a:lnTo>
                <a:lnTo>
                  <a:pt x="4254" y="1080"/>
                </a:lnTo>
                <a:lnTo>
                  <a:pt x="4164" y="1068"/>
                </a:lnTo>
                <a:lnTo>
                  <a:pt x="4074" y="1054"/>
                </a:lnTo>
                <a:lnTo>
                  <a:pt x="3984" y="1036"/>
                </a:lnTo>
                <a:lnTo>
                  <a:pt x="3894" y="1018"/>
                </a:lnTo>
                <a:lnTo>
                  <a:pt x="3806" y="996"/>
                </a:lnTo>
                <a:lnTo>
                  <a:pt x="3806" y="996"/>
                </a:lnTo>
                <a:lnTo>
                  <a:pt x="3660" y="960"/>
                </a:lnTo>
                <a:lnTo>
                  <a:pt x="3518" y="918"/>
                </a:lnTo>
                <a:lnTo>
                  <a:pt x="3376" y="874"/>
                </a:lnTo>
                <a:lnTo>
                  <a:pt x="3236" y="828"/>
                </a:lnTo>
                <a:lnTo>
                  <a:pt x="3096" y="778"/>
                </a:lnTo>
                <a:lnTo>
                  <a:pt x="2956" y="724"/>
                </a:lnTo>
                <a:lnTo>
                  <a:pt x="2818" y="670"/>
                </a:lnTo>
                <a:lnTo>
                  <a:pt x="2680" y="612"/>
                </a:lnTo>
                <a:lnTo>
                  <a:pt x="2680" y="612"/>
                </a:lnTo>
                <a:lnTo>
                  <a:pt x="2522" y="544"/>
                </a:lnTo>
                <a:lnTo>
                  <a:pt x="2366" y="474"/>
                </a:lnTo>
                <a:lnTo>
                  <a:pt x="2210" y="402"/>
                </a:lnTo>
                <a:lnTo>
                  <a:pt x="2056" y="326"/>
                </a:lnTo>
                <a:lnTo>
                  <a:pt x="1902" y="250"/>
                </a:lnTo>
                <a:lnTo>
                  <a:pt x="1748" y="172"/>
                </a:lnTo>
                <a:lnTo>
                  <a:pt x="1596" y="92"/>
                </a:lnTo>
                <a:lnTo>
                  <a:pt x="1446" y="10"/>
                </a:lnTo>
                <a:lnTo>
                  <a:pt x="1446" y="10"/>
                </a:lnTo>
                <a:lnTo>
                  <a:pt x="1438" y="6"/>
                </a:lnTo>
                <a:lnTo>
                  <a:pt x="1434" y="4"/>
                </a:lnTo>
                <a:lnTo>
                  <a:pt x="1432" y="0"/>
                </a:lnTo>
                <a:lnTo>
                  <a:pt x="1432" y="0"/>
                </a:lnTo>
                <a:lnTo>
                  <a:pt x="1424" y="0"/>
                </a:lnTo>
                <a:lnTo>
                  <a:pt x="1424" y="0"/>
                </a:lnTo>
                <a:lnTo>
                  <a:pt x="1286" y="88"/>
                </a:lnTo>
                <a:lnTo>
                  <a:pt x="1286" y="88"/>
                </a:lnTo>
                <a:lnTo>
                  <a:pt x="1208" y="140"/>
                </a:lnTo>
                <a:lnTo>
                  <a:pt x="1132" y="194"/>
                </a:lnTo>
                <a:lnTo>
                  <a:pt x="1056" y="248"/>
                </a:lnTo>
                <a:lnTo>
                  <a:pt x="982" y="304"/>
                </a:lnTo>
                <a:lnTo>
                  <a:pt x="910" y="362"/>
                </a:lnTo>
                <a:lnTo>
                  <a:pt x="838" y="422"/>
                </a:lnTo>
                <a:lnTo>
                  <a:pt x="770" y="484"/>
                </a:lnTo>
                <a:lnTo>
                  <a:pt x="702" y="548"/>
                </a:lnTo>
                <a:lnTo>
                  <a:pt x="702" y="548"/>
                </a:lnTo>
                <a:lnTo>
                  <a:pt x="660" y="592"/>
                </a:lnTo>
                <a:lnTo>
                  <a:pt x="618" y="634"/>
                </a:lnTo>
                <a:lnTo>
                  <a:pt x="578" y="678"/>
                </a:lnTo>
                <a:lnTo>
                  <a:pt x="538" y="724"/>
                </a:lnTo>
                <a:lnTo>
                  <a:pt x="500" y="768"/>
                </a:lnTo>
                <a:lnTo>
                  <a:pt x="464" y="814"/>
                </a:lnTo>
                <a:lnTo>
                  <a:pt x="428" y="862"/>
                </a:lnTo>
                <a:lnTo>
                  <a:pt x="392" y="910"/>
                </a:lnTo>
                <a:lnTo>
                  <a:pt x="360" y="958"/>
                </a:lnTo>
                <a:lnTo>
                  <a:pt x="328" y="1008"/>
                </a:lnTo>
                <a:lnTo>
                  <a:pt x="296" y="1058"/>
                </a:lnTo>
                <a:lnTo>
                  <a:pt x="268" y="1110"/>
                </a:lnTo>
                <a:lnTo>
                  <a:pt x="240" y="1162"/>
                </a:lnTo>
                <a:lnTo>
                  <a:pt x="212" y="1216"/>
                </a:lnTo>
                <a:lnTo>
                  <a:pt x="188" y="1270"/>
                </a:lnTo>
                <a:lnTo>
                  <a:pt x="164" y="1326"/>
                </a:lnTo>
                <a:lnTo>
                  <a:pt x="164" y="1326"/>
                </a:lnTo>
                <a:lnTo>
                  <a:pt x="136" y="1392"/>
                </a:lnTo>
                <a:lnTo>
                  <a:pt x="114" y="1460"/>
                </a:lnTo>
                <a:lnTo>
                  <a:pt x="92" y="1528"/>
                </a:lnTo>
                <a:lnTo>
                  <a:pt x="72" y="1596"/>
                </a:lnTo>
                <a:lnTo>
                  <a:pt x="56" y="1666"/>
                </a:lnTo>
                <a:lnTo>
                  <a:pt x="42" y="1736"/>
                </a:lnTo>
                <a:lnTo>
                  <a:pt x="28" y="1806"/>
                </a:lnTo>
                <a:lnTo>
                  <a:pt x="18" y="1876"/>
                </a:lnTo>
                <a:lnTo>
                  <a:pt x="18" y="1876"/>
                </a:lnTo>
                <a:lnTo>
                  <a:pt x="10" y="1958"/>
                </a:lnTo>
                <a:lnTo>
                  <a:pt x="4" y="2038"/>
                </a:lnTo>
                <a:lnTo>
                  <a:pt x="4" y="2038"/>
                </a:lnTo>
                <a:lnTo>
                  <a:pt x="4" y="2048"/>
                </a:lnTo>
                <a:lnTo>
                  <a:pt x="2" y="2052"/>
                </a:lnTo>
                <a:lnTo>
                  <a:pt x="0" y="2054"/>
                </a:lnTo>
                <a:lnTo>
                  <a:pt x="0" y="2054"/>
                </a:lnTo>
                <a:lnTo>
                  <a:pt x="0" y="2312"/>
                </a:lnTo>
                <a:lnTo>
                  <a:pt x="0" y="2312"/>
                </a:lnTo>
                <a:lnTo>
                  <a:pt x="4" y="2320"/>
                </a:lnTo>
                <a:lnTo>
                  <a:pt x="6" y="2330"/>
                </a:lnTo>
                <a:lnTo>
                  <a:pt x="6" y="2350"/>
                </a:lnTo>
                <a:lnTo>
                  <a:pt x="6" y="2350"/>
                </a:lnTo>
                <a:lnTo>
                  <a:pt x="14" y="2452"/>
                </a:lnTo>
                <a:lnTo>
                  <a:pt x="26" y="2552"/>
                </a:lnTo>
                <a:lnTo>
                  <a:pt x="40" y="2652"/>
                </a:lnTo>
                <a:lnTo>
                  <a:pt x="56" y="2752"/>
                </a:lnTo>
                <a:lnTo>
                  <a:pt x="76" y="2852"/>
                </a:lnTo>
                <a:lnTo>
                  <a:pt x="100" y="2950"/>
                </a:lnTo>
                <a:lnTo>
                  <a:pt x="124" y="3050"/>
                </a:lnTo>
                <a:lnTo>
                  <a:pt x="150" y="3148"/>
                </a:lnTo>
                <a:lnTo>
                  <a:pt x="150" y="3148"/>
                </a:lnTo>
                <a:lnTo>
                  <a:pt x="154" y="3156"/>
                </a:lnTo>
                <a:lnTo>
                  <a:pt x="154" y="3156"/>
                </a:lnTo>
                <a:lnTo>
                  <a:pt x="5304" y="3156"/>
                </a:lnTo>
                <a:lnTo>
                  <a:pt x="5304" y="3156"/>
                </a:lnTo>
                <a:lnTo>
                  <a:pt x="5302" y="3130"/>
                </a:lnTo>
                <a:lnTo>
                  <a:pt x="5302" y="3130"/>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7" name="Title 1"/>
          <p:cNvSpPr>
            <a:spLocks noGrp="1"/>
          </p:cNvSpPr>
          <p:nvPr>
            <p:ph type="ctrTitle" hasCustomPrompt="1"/>
          </p:nvPr>
        </p:nvSpPr>
        <p:spPr>
          <a:xfrm>
            <a:off x="5016499" y="3644152"/>
            <a:ext cx="6899275" cy="144989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lgn="l">
              <a:lnSpc>
                <a:spcPts val="3000"/>
              </a:lnSpc>
              <a:defRPr lang="en-US" sz="2600" b="0" dirty="0">
                <a:solidFill>
                  <a:schemeClr val="bg1"/>
                </a:solidFill>
              </a:defRPr>
            </a:lvl1pPr>
          </a:lstStyle>
          <a:p>
            <a:pPr marL="0" lvl="0"/>
            <a:r>
              <a:rPr lang="en-US"/>
              <a:t>Click to insert title</a:t>
            </a:r>
          </a:p>
        </p:txBody>
      </p:sp>
      <p:sp>
        <p:nvSpPr>
          <p:cNvPr id="8" name="Subtitle 2"/>
          <p:cNvSpPr>
            <a:spLocks noGrp="1"/>
          </p:cNvSpPr>
          <p:nvPr>
            <p:ph type="subTitle" idx="1" hasCustomPrompt="1"/>
          </p:nvPr>
        </p:nvSpPr>
        <p:spPr>
          <a:xfrm>
            <a:off x="5016499" y="5236923"/>
            <a:ext cx="6899275"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bg1"/>
                </a:solidFill>
              </a:defRPr>
            </a:lvl1pPr>
          </a:lstStyle>
          <a:p>
            <a:pPr marL="0" lvl="0"/>
            <a:r>
              <a:rPr lang="en-US"/>
              <a:t>Click to insert presenter, location, and date</a:t>
            </a:r>
          </a:p>
        </p:txBody>
      </p:sp>
      <p:grpSp>
        <p:nvGrpSpPr>
          <p:cNvPr id="22" name="Group 14"/>
          <p:cNvGrpSpPr>
            <a:grpSpLocks noChangeAspect="1"/>
          </p:cNvGrpSpPr>
          <p:nvPr userDrawn="1"/>
        </p:nvGrpSpPr>
        <p:grpSpPr>
          <a:xfrm>
            <a:off x="407988" y="695702"/>
            <a:ext cx="5040000" cy="1123653"/>
            <a:chOff x="728663" y="4465638"/>
            <a:chExt cx="5354637" cy="1193800"/>
          </a:xfrm>
        </p:grpSpPr>
        <p:sp>
          <p:nvSpPr>
            <p:cNvPr id="23"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4" name="Freeform 12"/>
            <p:cNvSpPr>
              <a:spLocks noEditPoints="1"/>
            </p:cNvSpPr>
            <p:nvPr userDrawn="1"/>
          </p:nvSpPr>
          <p:spPr bwMode="auto">
            <a:xfrm>
              <a:off x="728663" y="4483100"/>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5"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6"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7"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grpSp>
    </p:spTree>
    <p:extLst>
      <p:ext uri="{BB962C8B-B14F-4D97-AF65-F5344CB8AC3E}">
        <p14:creationId xmlns:p14="http://schemas.microsoft.com/office/powerpoint/2010/main" val="2664802671"/>
      </p:ext>
    </p:extLst>
  </p:cSld>
  <p:clrMapOvr>
    <a:masterClrMapping/>
  </p:clrMapOvr>
  <p:extLst>
    <p:ext uri="{DCECCB84-F9BA-43D5-87BE-67443E8EF086}">
      <p15:sldGuideLst xmlns:p15="http://schemas.microsoft.com/office/powerpoint/2012/main">
        <p15:guide id="1" orient="horz" pos="935">
          <p15:clr>
            <a:srgbClr val="FBAE40"/>
          </p15:clr>
        </p15:guide>
        <p15:guide id="2" pos="257">
          <p15:clr>
            <a:srgbClr val="FBAE40"/>
          </p15:clr>
        </p15:guide>
        <p15:guide id="3" pos="31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4">
    <p:bg>
      <p:bgPr>
        <a:solidFill>
          <a:srgbClr val="E6E7E7"/>
        </a:solidFill>
        <a:effectLst/>
      </p:bgPr>
    </p:bg>
    <p:spTree>
      <p:nvGrpSpPr>
        <p:cNvPr id="1" name=""/>
        <p:cNvGrpSpPr/>
        <p:nvPr/>
      </p:nvGrpSpPr>
      <p:grpSpPr>
        <a:xfrm>
          <a:off x="0" y="0"/>
          <a:ext cx="0" cy="0"/>
          <a:chOff x="0" y="0"/>
          <a:chExt cx="0" cy="0"/>
        </a:xfrm>
      </p:grpSpPr>
      <p:graphicFrame>
        <p:nvGraphicFramePr>
          <p:cNvPr id="14" name="Object 13"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14" name="Object 13"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1271" name="Freeform 7"/>
          <p:cNvSpPr>
            <a:spLocks/>
          </p:cNvSpPr>
          <p:nvPr userDrawn="1"/>
        </p:nvSpPr>
        <p:spPr bwMode="auto">
          <a:xfrm>
            <a:off x="5892403" y="1"/>
            <a:ext cx="6327776" cy="5670550"/>
          </a:xfrm>
          <a:custGeom>
            <a:avLst/>
            <a:gdLst/>
            <a:ahLst/>
            <a:cxnLst>
              <a:cxn ang="0">
                <a:pos x="3986" y="2526"/>
              </a:cxn>
              <a:cxn ang="0">
                <a:pos x="3986" y="2512"/>
              </a:cxn>
              <a:cxn ang="0">
                <a:pos x="3986" y="0"/>
              </a:cxn>
              <a:cxn ang="0">
                <a:pos x="648" y="0"/>
              </a:cxn>
              <a:cxn ang="0">
                <a:pos x="682" y="84"/>
              </a:cxn>
              <a:cxn ang="0">
                <a:pos x="698" y="132"/>
              </a:cxn>
              <a:cxn ang="0">
                <a:pos x="724" y="230"/>
              </a:cxn>
              <a:cxn ang="0">
                <a:pos x="738" y="328"/>
              </a:cxn>
              <a:cxn ang="0">
                <a:pos x="744" y="428"/>
              </a:cxn>
              <a:cxn ang="0">
                <a:pos x="744" y="478"/>
              </a:cxn>
              <a:cxn ang="0">
                <a:pos x="734" y="656"/>
              </a:cxn>
              <a:cxn ang="0">
                <a:pos x="710" y="830"/>
              </a:cxn>
              <a:cxn ang="0">
                <a:pos x="674" y="1002"/>
              </a:cxn>
              <a:cxn ang="0">
                <a:pos x="628" y="1172"/>
              </a:cxn>
              <a:cxn ang="0">
                <a:pos x="590" y="1296"/>
              </a:cxn>
              <a:cxn ang="0">
                <a:pos x="504" y="1542"/>
              </a:cxn>
              <a:cxn ang="0">
                <a:pos x="406" y="1782"/>
              </a:cxn>
              <a:cxn ang="0">
                <a:pos x="300" y="2020"/>
              </a:cxn>
              <a:cxn ang="0">
                <a:pos x="244" y="2136"/>
              </a:cxn>
              <a:cxn ang="0">
                <a:pos x="128" y="2366"/>
              </a:cxn>
              <a:cxn ang="0">
                <a:pos x="8" y="2594"/>
              </a:cxn>
              <a:cxn ang="0">
                <a:pos x="0" y="2608"/>
              </a:cxn>
              <a:cxn ang="0">
                <a:pos x="0" y="2612"/>
              </a:cxn>
              <a:cxn ang="0">
                <a:pos x="50" y="2690"/>
              </a:cxn>
              <a:cxn ang="0">
                <a:pos x="100" y="2766"/>
              </a:cxn>
              <a:cxn ang="0">
                <a:pos x="190" y="2890"/>
              </a:cxn>
              <a:cxn ang="0">
                <a:pos x="286" y="3006"/>
              </a:cxn>
              <a:cxn ang="0">
                <a:pos x="390" y="3116"/>
              </a:cxn>
              <a:cxn ang="0">
                <a:pos x="502" y="3220"/>
              </a:cxn>
              <a:cxn ang="0">
                <a:pos x="540" y="3252"/>
              </a:cxn>
              <a:cxn ang="0">
                <a:pos x="622" y="3312"/>
              </a:cxn>
              <a:cxn ang="0">
                <a:pos x="706" y="3366"/>
              </a:cxn>
              <a:cxn ang="0">
                <a:pos x="792" y="3414"/>
              </a:cxn>
              <a:cxn ang="0">
                <a:pos x="882" y="3456"/>
              </a:cxn>
              <a:cxn ang="0">
                <a:pos x="976" y="3492"/>
              </a:cxn>
              <a:cxn ang="0">
                <a:pos x="1070" y="3520"/>
              </a:cxn>
              <a:cxn ang="0">
                <a:pos x="1170" y="3542"/>
              </a:cxn>
              <a:cxn ang="0">
                <a:pos x="1220" y="3552"/>
              </a:cxn>
              <a:cxn ang="0">
                <a:pos x="1374" y="3568"/>
              </a:cxn>
              <a:cxn ang="0">
                <a:pos x="1382" y="3568"/>
              </a:cxn>
              <a:cxn ang="0">
                <a:pos x="1390" y="3572"/>
              </a:cxn>
              <a:cxn ang="0">
                <a:pos x="1420" y="3572"/>
              </a:cxn>
              <a:cxn ang="0">
                <a:pos x="1544" y="3572"/>
              </a:cxn>
              <a:cxn ang="0">
                <a:pos x="1544" y="3568"/>
              </a:cxn>
              <a:cxn ang="0">
                <a:pos x="1610" y="3564"/>
              </a:cxn>
              <a:cxn ang="0">
                <a:pos x="1740" y="3552"/>
              </a:cxn>
              <a:cxn ang="0">
                <a:pos x="1870" y="3530"/>
              </a:cxn>
              <a:cxn ang="0">
                <a:pos x="1998" y="3502"/>
              </a:cxn>
              <a:cxn ang="0">
                <a:pos x="2062" y="3486"/>
              </a:cxn>
              <a:cxn ang="0">
                <a:pos x="2262" y="3426"/>
              </a:cxn>
              <a:cxn ang="0">
                <a:pos x="2458" y="3356"/>
              </a:cxn>
              <a:cxn ang="0">
                <a:pos x="2650" y="3276"/>
              </a:cxn>
              <a:cxn ang="0">
                <a:pos x="2840" y="3190"/>
              </a:cxn>
              <a:cxn ang="0">
                <a:pos x="2966" y="3128"/>
              </a:cxn>
              <a:cxn ang="0">
                <a:pos x="3218" y="2996"/>
              </a:cxn>
              <a:cxn ang="0">
                <a:pos x="3464" y="2858"/>
              </a:cxn>
              <a:cxn ang="0">
                <a:pos x="3708" y="2714"/>
              </a:cxn>
              <a:cxn ang="0">
                <a:pos x="3828" y="2640"/>
              </a:cxn>
              <a:cxn ang="0">
                <a:pos x="3974" y="2548"/>
              </a:cxn>
              <a:cxn ang="0">
                <a:pos x="3984" y="2540"/>
              </a:cxn>
              <a:cxn ang="0">
                <a:pos x="3986" y="2526"/>
              </a:cxn>
            </a:cxnLst>
            <a:rect l="0" t="0" r="r" b="b"/>
            <a:pathLst>
              <a:path w="3986" h="3572">
                <a:moveTo>
                  <a:pt x="3986" y="2526"/>
                </a:moveTo>
                <a:lnTo>
                  <a:pt x="3986" y="2526"/>
                </a:lnTo>
                <a:lnTo>
                  <a:pt x="3986" y="2512"/>
                </a:lnTo>
                <a:lnTo>
                  <a:pt x="3986" y="2512"/>
                </a:lnTo>
                <a:lnTo>
                  <a:pt x="3986" y="0"/>
                </a:lnTo>
                <a:lnTo>
                  <a:pt x="3986" y="0"/>
                </a:lnTo>
                <a:lnTo>
                  <a:pt x="648" y="0"/>
                </a:lnTo>
                <a:lnTo>
                  <a:pt x="648" y="0"/>
                </a:lnTo>
                <a:lnTo>
                  <a:pt x="666" y="42"/>
                </a:lnTo>
                <a:lnTo>
                  <a:pt x="682" y="84"/>
                </a:lnTo>
                <a:lnTo>
                  <a:pt x="682" y="84"/>
                </a:lnTo>
                <a:lnTo>
                  <a:pt x="698" y="132"/>
                </a:lnTo>
                <a:lnTo>
                  <a:pt x="712" y="182"/>
                </a:lnTo>
                <a:lnTo>
                  <a:pt x="724" y="230"/>
                </a:lnTo>
                <a:lnTo>
                  <a:pt x="732" y="280"/>
                </a:lnTo>
                <a:lnTo>
                  <a:pt x="738" y="328"/>
                </a:lnTo>
                <a:lnTo>
                  <a:pt x="742" y="378"/>
                </a:lnTo>
                <a:lnTo>
                  <a:pt x="744" y="428"/>
                </a:lnTo>
                <a:lnTo>
                  <a:pt x="744" y="478"/>
                </a:lnTo>
                <a:lnTo>
                  <a:pt x="744" y="478"/>
                </a:lnTo>
                <a:lnTo>
                  <a:pt x="742" y="568"/>
                </a:lnTo>
                <a:lnTo>
                  <a:pt x="734" y="656"/>
                </a:lnTo>
                <a:lnTo>
                  <a:pt x="724" y="742"/>
                </a:lnTo>
                <a:lnTo>
                  <a:pt x="710" y="830"/>
                </a:lnTo>
                <a:lnTo>
                  <a:pt x="694" y="916"/>
                </a:lnTo>
                <a:lnTo>
                  <a:pt x="674" y="1002"/>
                </a:lnTo>
                <a:lnTo>
                  <a:pt x="652" y="1088"/>
                </a:lnTo>
                <a:lnTo>
                  <a:pt x="628" y="1172"/>
                </a:lnTo>
                <a:lnTo>
                  <a:pt x="628" y="1172"/>
                </a:lnTo>
                <a:lnTo>
                  <a:pt x="590" y="1296"/>
                </a:lnTo>
                <a:lnTo>
                  <a:pt x="548" y="1420"/>
                </a:lnTo>
                <a:lnTo>
                  <a:pt x="504" y="1542"/>
                </a:lnTo>
                <a:lnTo>
                  <a:pt x="456" y="1662"/>
                </a:lnTo>
                <a:lnTo>
                  <a:pt x="406" y="1782"/>
                </a:lnTo>
                <a:lnTo>
                  <a:pt x="354" y="1900"/>
                </a:lnTo>
                <a:lnTo>
                  <a:pt x="300" y="2020"/>
                </a:lnTo>
                <a:lnTo>
                  <a:pt x="244" y="2136"/>
                </a:lnTo>
                <a:lnTo>
                  <a:pt x="244" y="2136"/>
                </a:lnTo>
                <a:lnTo>
                  <a:pt x="188" y="2252"/>
                </a:lnTo>
                <a:lnTo>
                  <a:pt x="128" y="2366"/>
                </a:lnTo>
                <a:lnTo>
                  <a:pt x="70" y="2480"/>
                </a:lnTo>
                <a:lnTo>
                  <a:pt x="8" y="2594"/>
                </a:lnTo>
                <a:lnTo>
                  <a:pt x="8" y="2594"/>
                </a:lnTo>
                <a:lnTo>
                  <a:pt x="0" y="2608"/>
                </a:lnTo>
                <a:lnTo>
                  <a:pt x="0" y="2608"/>
                </a:lnTo>
                <a:lnTo>
                  <a:pt x="0" y="2612"/>
                </a:lnTo>
                <a:lnTo>
                  <a:pt x="0" y="2612"/>
                </a:lnTo>
                <a:lnTo>
                  <a:pt x="50" y="2690"/>
                </a:lnTo>
                <a:lnTo>
                  <a:pt x="100" y="2766"/>
                </a:lnTo>
                <a:lnTo>
                  <a:pt x="100" y="2766"/>
                </a:lnTo>
                <a:lnTo>
                  <a:pt x="144" y="2828"/>
                </a:lnTo>
                <a:lnTo>
                  <a:pt x="190" y="2890"/>
                </a:lnTo>
                <a:lnTo>
                  <a:pt x="236" y="2948"/>
                </a:lnTo>
                <a:lnTo>
                  <a:pt x="286" y="3006"/>
                </a:lnTo>
                <a:lnTo>
                  <a:pt x="336" y="3062"/>
                </a:lnTo>
                <a:lnTo>
                  <a:pt x="390" y="3116"/>
                </a:lnTo>
                <a:lnTo>
                  <a:pt x="444" y="3170"/>
                </a:lnTo>
                <a:lnTo>
                  <a:pt x="502" y="3220"/>
                </a:lnTo>
                <a:lnTo>
                  <a:pt x="502" y="3220"/>
                </a:lnTo>
                <a:lnTo>
                  <a:pt x="540" y="3252"/>
                </a:lnTo>
                <a:lnTo>
                  <a:pt x="582" y="3282"/>
                </a:lnTo>
                <a:lnTo>
                  <a:pt x="622" y="3312"/>
                </a:lnTo>
                <a:lnTo>
                  <a:pt x="664" y="3340"/>
                </a:lnTo>
                <a:lnTo>
                  <a:pt x="706" y="3366"/>
                </a:lnTo>
                <a:lnTo>
                  <a:pt x="750" y="3390"/>
                </a:lnTo>
                <a:lnTo>
                  <a:pt x="792" y="3414"/>
                </a:lnTo>
                <a:lnTo>
                  <a:pt x="838" y="3436"/>
                </a:lnTo>
                <a:lnTo>
                  <a:pt x="882" y="3456"/>
                </a:lnTo>
                <a:lnTo>
                  <a:pt x="928" y="3474"/>
                </a:lnTo>
                <a:lnTo>
                  <a:pt x="976" y="3492"/>
                </a:lnTo>
                <a:lnTo>
                  <a:pt x="1022" y="3506"/>
                </a:lnTo>
                <a:lnTo>
                  <a:pt x="1070" y="3520"/>
                </a:lnTo>
                <a:lnTo>
                  <a:pt x="1120" y="3532"/>
                </a:lnTo>
                <a:lnTo>
                  <a:pt x="1170" y="3542"/>
                </a:lnTo>
                <a:lnTo>
                  <a:pt x="1220" y="3552"/>
                </a:lnTo>
                <a:lnTo>
                  <a:pt x="1220" y="3552"/>
                </a:lnTo>
                <a:lnTo>
                  <a:pt x="1296" y="3562"/>
                </a:lnTo>
                <a:lnTo>
                  <a:pt x="1374" y="3568"/>
                </a:lnTo>
                <a:lnTo>
                  <a:pt x="1374" y="3568"/>
                </a:lnTo>
                <a:lnTo>
                  <a:pt x="1382" y="3568"/>
                </a:lnTo>
                <a:lnTo>
                  <a:pt x="1386" y="3568"/>
                </a:lnTo>
                <a:lnTo>
                  <a:pt x="1390" y="3572"/>
                </a:lnTo>
                <a:lnTo>
                  <a:pt x="1390" y="3572"/>
                </a:lnTo>
                <a:lnTo>
                  <a:pt x="1420" y="3572"/>
                </a:lnTo>
                <a:lnTo>
                  <a:pt x="1420" y="3572"/>
                </a:lnTo>
                <a:lnTo>
                  <a:pt x="1544" y="3572"/>
                </a:lnTo>
                <a:lnTo>
                  <a:pt x="1544" y="3572"/>
                </a:lnTo>
                <a:lnTo>
                  <a:pt x="1544" y="3568"/>
                </a:lnTo>
                <a:lnTo>
                  <a:pt x="1544" y="3568"/>
                </a:lnTo>
                <a:lnTo>
                  <a:pt x="1610" y="3564"/>
                </a:lnTo>
                <a:lnTo>
                  <a:pt x="1676" y="3558"/>
                </a:lnTo>
                <a:lnTo>
                  <a:pt x="1740" y="3552"/>
                </a:lnTo>
                <a:lnTo>
                  <a:pt x="1806" y="3542"/>
                </a:lnTo>
                <a:lnTo>
                  <a:pt x="1870" y="3530"/>
                </a:lnTo>
                <a:lnTo>
                  <a:pt x="1934" y="3516"/>
                </a:lnTo>
                <a:lnTo>
                  <a:pt x="1998" y="3502"/>
                </a:lnTo>
                <a:lnTo>
                  <a:pt x="2062" y="3486"/>
                </a:lnTo>
                <a:lnTo>
                  <a:pt x="2062" y="3486"/>
                </a:lnTo>
                <a:lnTo>
                  <a:pt x="2162" y="3458"/>
                </a:lnTo>
                <a:lnTo>
                  <a:pt x="2262" y="3426"/>
                </a:lnTo>
                <a:lnTo>
                  <a:pt x="2360" y="3392"/>
                </a:lnTo>
                <a:lnTo>
                  <a:pt x="2458" y="3356"/>
                </a:lnTo>
                <a:lnTo>
                  <a:pt x="2554" y="3316"/>
                </a:lnTo>
                <a:lnTo>
                  <a:pt x="2650" y="3276"/>
                </a:lnTo>
                <a:lnTo>
                  <a:pt x="2746" y="3234"/>
                </a:lnTo>
                <a:lnTo>
                  <a:pt x="2840" y="3190"/>
                </a:lnTo>
                <a:lnTo>
                  <a:pt x="2840" y="3190"/>
                </a:lnTo>
                <a:lnTo>
                  <a:pt x="2966" y="3128"/>
                </a:lnTo>
                <a:lnTo>
                  <a:pt x="3092" y="3062"/>
                </a:lnTo>
                <a:lnTo>
                  <a:pt x="3218" y="2996"/>
                </a:lnTo>
                <a:lnTo>
                  <a:pt x="3342" y="2928"/>
                </a:lnTo>
                <a:lnTo>
                  <a:pt x="3464" y="2858"/>
                </a:lnTo>
                <a:lnTo>
                  <a:pt x="3586" y="2786"/>
                </a:lnTo>
                <a:lnTo>
                  <a:pt x="3708" y="2714"/>
                </a:lnTo>
                <a:lnTo>
                  <a:pt x="3828" y="2640"/>
                </a:lnTo>
                <a:lnTo>
                  <a:pt x="3828" y="2640"/>
                </a:lnTo>
                <a:lnTo>
                  <a:pt x="3974" y="2548"/>
                </a:lnTo>
                <a:lnTo>
                  <a:pt x="3974" y="2548"/>
                </a:lnTo>
                <a:lnTo>
                  <a:pt x="3980" y="2544"/>
                </a:lnTo>
                <a:lnTo>
                  <a:pt x="3984" y="2540"/>
                </a:lnTo>
                <a:lnTo>
                  <a:pt x="3986" y="2534"/>
                </a:lnTo>
                <a:lnTo>
                  <a:pt x="3986" y="2526"/>
                </a:lnTo>
                <a:lnTo>
                  <a:pt x="3986" y="2526"/>
                </a:lnTo>
                <a:close/>
              </a:path>
            </a:pathLst>
          </a:custGeom>
          <a:solidFill>
            <a:schemeClr val="accent5"/>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7" name="Title 1"/>
          <p:cNvSpPr>
            <a:spLocks noGrp="1"/>
          </p:cNvSpPr>
          <p:nvPr>
            <p:ph type="ctrTitle" hasCustomPrompt="1"/>
          </p:nvPr>
        </p:nvSpPr>
        <p:spPr>
          <a:xfrm>
            <a:off x="407988" y="2339788"/>
            <a:ext cx="4967932" cy="144989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lnSpc>
                <a:spcPts val="3000"/>
              </a:lnSpc>
              <a:defRPr lang="en-US" sz="2600" b="0" dirty="0">
                <a:solidFill>
                  <a:schemeClr val="accent1"/>
                </a:solidFill>
              </a:defRPr>
            </a:lvl1pPr>
          </a:lstStyle>
          <a:p>
            <a:pPr marL="0" lvl="0"/>
            <a:r>
              <a:rPr lang="en-US"/>
              <a:t>Click to insert title</a:t>
            </a:r>
          </a:p>
        </p:txBody>
      </p:sp>
      <p:sp>
        <p:nvSpPr>
          <p:cNvPr id="8" name="Subtitle 2"/>
          <p:cNvSpPr>
            <a:spLocks noGrp="1"/>
          </p:cNvSpPr>
          <p:nvPr>
            <p:ph type="subTitle" idx="1" hasCustomPrompt="1"/>
          </p:nvPr>
        </p:nvSpPr>
        <p:spPr>
          <a:xfrm>
            <a:off x="407988" y="3932559"/>
            <a:ext cx="4967932"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accent1"/>
                </a:solidFill>
              </a:defRPr>
            </a:lvl1pPr>
          </a:lstStyle>
          <a:p>
            <a:pPr marL="0" lvl="0"/>
            <a:r>
              <a:rPr lang="en-US"/>
              <a:t>Click to insert presenter, location, and date</a:t>
            </a:r>
          </a:p>
        </p:txBody>
      </p:sp>
      <p:sp>
        <p:nvSpPr>
          <p:cNvPr id="16" name="Picture Placeholder 11">
            <a:extLst>
              <a:ext uri="{FF2B5EF4-FFF2-40B4-BE49-F238E27FC236}">
                <a16:creationId xmlns:a16="http://schemas.microsoft.com/office/drawing/2014/main" id="{D4E263B9-5E55-409E-9F7C-2F67A89E06AA}"/>
              </a:ext>
            </a:extLst>
          </p:cNvPr>
          <p:cNvSpPr>
            <a:spLocks noGrp="1"/>
          </p:cNvSpPr>
          <p:nvPr>
            <p:ph type="pic" sz="quarter" idx="10"/>
          </p:nvPr>
        </p:nvSpPr>
        <p:spPr>
          <a:xfrm>
            <a:off x="5537200" y="-1588"/>
            <a:ext cx="6654800" cy="6859588"/>
          </a:xfrm>
          <a:prstGeom prst="rect">
            <a:avLst/>
          </a:prstGeom>
        </p:spPr>
        <p:txBody>
          <a:bodyPr anchor="ctr"/>
          <a:lstStyle>
            <a:lvl1pPr marL="0" indent="0" algn="ctr">
              <a:buNone/>
              <a:defRPr/>
            </a:lvl1pPr>
          </a:lstStyle>
          <a:p>
            <a:r>
              <a:rPr lang="en-US" err="1"/>
              <a:t>Cliquez</a:t>
            </a:r>
            <a:r>
              <a:rPr lang="en-US"/>
              <a:t> sur </a:t>
            </a:r>
            <a:r>
              <a:rPr lang="en-US" err="1"/>
              <a:t>l'icône</a:t>
            </a:r>
            <a:r>
              <a:rPr lang="en-US"/>
              <a:t> pour </a:t>
            </a:r>
            <a:r>
              <a:rPr lang="en-US" err="1"/>
              <a:t>ajouter</a:t>
            </a:r>
            <a:r>
              <a:rPr lang="en-US"/>
              <a:t> </a:t>
            </a:r>
            <a:r>
              <a:rPr lang="en-US" err="1"/>
              <a:t>une</a:t>
            </a:r>
            <a:r>
              <a:rPr lang="en-US"/>
              <a:t> image</a:t>
            </a:r>
          </a:p>
        </p:txBody>
      </p:sp>
      <p:grpSp>
        <p:nvGrpSpPr>
          <p:cNvPr id="17" name="Group 14"/>
          <p:cNvGrpSpPr>
            <a:grpSpLocks noChangeAspect="1"/>
          </p:cNvGrpSpPr>
          <p:nvPr userDrawn="1"/>
        </p:nvGrpSpPr>
        <p:grpSpPr>
          <a:xfrm>
            <a:off x="407988" y="695702"/>
            <a:ext cx="5040000" cy="1123653"/>
            <a:chOff x="728663" y="4465638"/>
            <a:chExt cx="5354637" cy="1193800"/>
          </a:xfrm>
        </p:grpSpPr>
        <p:sp>
          <p:nvSpPr>
            <p:cNvPr id="18"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9" name="Freeform 12"/>
            <p:cNvSpPr>
              <a:spLocks noEditPoints="1"/>
            </p:cNvSpPr>
            <p:nvPr userDrawn="1"/>
          </p:nvSpPr>
          <p:spPr bwMode="auto">
            <a:xfrm>
              <a:off x="728663" y="4483100"/>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0"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1"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2"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grpSp>
    </p:spTree>
    <p:extLst>
      <p:ext uri="{BB962C8B-B14F-4D97-AF65-F5344CB8AC3E}">
        <p14:creationId xmlns:p14="http://schemas.microsoft.com/office/powerpoint/2010/main" val="1503174146"/>
      </p:ext>
    </p:extLst>
  </p:cSld>
  <p:clrMapOvr>
    <a:masterClrMapping/>
  </p:clrMapOvr>
  <p:extLst>
    <p:ext uri="{DCECCB84-F9BA-43D5-87BE-67443E8EF086}">
      <p15:sldGuideLst xmlns:p15="http://schemas.microsoft.com/office/powerpoint/2012/main">
        <p15:guide id="1" pos="257">
          <p15:clr>
            <a:srgbClr val="FBAE40"/>
          </p15:clr>
        </p15:guide>
        <p15:guide id="2" orient="horz" pos="935">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Content &amp; Heading">
    <p:spTree>
      <p:nvGrpSpPr>
        <p:cNvPr id="1" name=""/>
        <p:cNvGrpSpPr/>
        <p:nvPr/>
      </p:nvGrpSpPr>
      <p:grpSpPr>
        <a:xfrm>
          <a:off x="0" y="0"/>
          <a:ext cx="0" cy="0"/>
          <a:chOff x="0" y="0"/>
          <a:chExt cx="0" cy="0"/>
        </a:xfrm>
      </p:grpSpPr>
      <p:graphicFrame>
        <p:nvGraphicFramePr>
          <p:cNvPr id="4" name="Object 3" hidden="1"/>
          <p:cNvGraphicFramePr>
            <a:graphicFrameLocks noChangeAspect="1"/>
          </p:cNvGraphicFramePr>
          <p:nvPr>
            <p:custDataLst>
              <p:tags r:id="rId1"/>
            </p:custDataLst>
          </p:nvPr>
        </p:nvGraphicFramePr>
        <p:xfrm>
          <a:off x="4" y="4"/>
          <a:ext cx="180998" cy="143985"/>
        </p:xfrm>
        <a:graphic>
          <a:graphicData uri="http://schemas.openxmlformats.org/presentationml/2006/ole">
            <mc:AlternateContent xmlns:mc="http://schemas.openxmlformats.org/markup-compatibility/2006">
              <mc:Choice xmlns:v="urn:schemas-microsoft-com:vml" Requires="v">
                <p:oleObj name="think-cell Slide" r:id="rId6" imgW="360" imgH="360" progId="">
                  <p:embed/>
                </p:oleObj>
              </mc:Choice>
              <mc:Fallback>
                <p:oleObj name="think-cell Slide" r:id="rId6" imgW="360" imgH="360" progId="">
                  <p:embed/>
                  <p:pic>
                    <p:nvPicPr>
                      <p:cNvPr id="4" name="Object 3" hidden="1"/>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 y="4"/>
                        <a:ext cx="180998" cy="14398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itle 1"/>
          <p:cNvSpPr>
            <a:spLocks noGrp="1"/>
          </p:cNvSpPr>
          <p:nvPr>
            <p:ph type="title"/>
            <p:custDataLst>
              <p:tags r:id="rId2"/>
            </p:custDataLst>
          </p:nvPr>
        </p:nvSpPr>
        <p:spPr/>
        <p:txBody>
          <a:bodyPr/>
          <a:lstStyle>
            <a:lvl1pPr>
              <a:defRPr>
                <a:solidFill>
                  <a:schemeClr val="tx1"/>
                </a:solidFill>
              </a:defRPr>
            </a:lvl1pPr>
          </a:lstStyle>
          <a:p>
            <a:r>
              <a:rPr lang="en-US" noProof="0"/>
              <a:t>Click to edit Master title style</a:t>
            </a:r>
            <a:endParaRPr lang="en-US"/>
          </a:p>
        </p:txBody>
      </p:sp>
      <p:sp>
        <p:nvSpPr>
          <p:cNvPr id="3" name="Content Placeholder 2"/>
          <p:cNvSpPr>
            <a:spLocks noGrp="1"/>
          </p:cNvSpPr>
          <p:nvPr>
            <p:ph idx="1"/>
            <p:custDataLst>
              <p:tags r:id="rId3"/>
            </p:custDataLst>
          </p:nvPr>
        </p:nvSpPr>
        <p:spPr>
          <a:xfrm>
            <a:off x="420081" y="1882776"/>
            <a:ext cx="11351847" cy="4384675"/>
          </a:xfrm>
        </p:spPr>
        <p:txBody>
          <a:bodyPr/>
          <a:lstStyle>
            <a:lvl1pPr>
              <a:defRPr b="0"/>
            </a:lvl1pPr>
            <a:lvl2pPr marL="457083" indent="-223781">
              <a:defRPr/>
            </a:lvl2pPr>
            <a:lvl3pPr>
              <a:defRPr/>
            </a:lvl3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p:txBody>
      </p:sp>
      <p:sp>
        <p:nvSpPr>
          <p:cNvPr id="8" name="Espace réservé du texte 7"/>
          <p:cNvSpPr>
            <a:spLocks noGrp="1"/>
          </p:cNvSpPr>
          <p:nvPr>
            <p:ph type="body" sz="quarter" idx="11"/>
            <p:custDataLst>
              <p:tags r:id="rId4"/>
            </p:custDataLst>
          </p:nvPr>
        </p:nvSpPr>
        <p:spPr>
          <a:xfrm>
            <a:off x="420081" y="1309688"/>
            <a:ext cx="11351847" cy="548640"/>
          </a:xfrm>
        </p:spPr>
        <p:txBody>
          <a:bodyPr/>
          <a:lstStyle>
            <a:lvl1pPr marL="0" indent="0">
              <a:buNone/>
              <a:defRPr sz="2000" b="1">
                <a:solidFill>
                  <a:srgbClr val="E47E1A"/>
                </a:solidFill>
              </a:defRPr>
            </a:lvl1pPr>
          </a:lstStyle>
          <a:p>
            <a:pPr lvl="0"/>
            <a:r>
              <a:rPr lang="en-US"/>
              <a:t>Click to edit Master text styles</a:t>
            </a:r>
          </a:p>
        </p:txBody>
      </p:sp>
    </p:spTree>
    <p:extLst>
      <p:ext uri="{BB962C8B-B14F-4D97-AF65-F5344CB8AC3E}">
        <p14:creationId xmlns:p14="http://schemas.microsoft.com/office/powerpoint/2010/main" val="35099187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Big Table">
    <p:spTree>
      <p:nvGrpSpPr>
        <p:cNvPr id="1" name=""/>
        <p:cNvGrpSpPr/>
        <p:nvPr/>
      </p:nvGrpSpPr>
      <p:grpSpPr>
        <a:xfrm>
          <a:off x="0" y="0"/>
          <a:ext cx="0" cy="0"/>
          <a:chOff x="0" y="0"/>
          <a:chExt cx="0" cy="0"/>
        </a:xfrm>
      </p:grpSpPr>
      <p:sp>
        <p:nvSpPr>
          <p:cNvPr id="6" name="Retângulo 43">
            <a:extLst>
              <a:ext uri="{FF2B5EF4-FFF2-40B4-BE49-F238E27FC236}">
                <a16:creationId xmlns:a16="http://schemas.microsoft.com/office/drawing/2014/main" id="{25FC8637-25BD-4C09-AF25-56B4243DAB3D}"/>
              </a:ext>
            </a:extLst>
          </p:cNvPr>
          <p:cNvSpPr/>
          <p:nvPr userDrawn="1"/>
        </p:nvSpPr>
        <p:spPr>
          <a:xfrm>
            <a:off x="6924021" y="6592810"/>
            <a:ext cx="242375" cy="215444"/>
          </a:xfrm>
          <a:prstGeom prst="rect">
            <a:avLst/>
          </a:prstGeom>
        </p:spPr>
        <p:txBody>
          <a:bodyPr wrap="none">
            <a:spAutoFit/>
          </a:bodyPr>
          <a:lstStyle/>
          <a:p>
            <a:pPr algn="r" defTabSz="914400"/>
            <a:fld id="{0502E5A9-B53C-401E-A0E0-4A359BB0A9E5}" type="slidenum">
              <a:rPr lang="en-US" sz="800" smtClean="0">
                <a:solidFill>
                  <a:prstClr val="black">
                    <a:lumMod val="50000"/>
                    <a:lumOff val="50000"/>
                  </a:prstClr>
                </a:solidFill>
                <a:cs typeface="Arial" panose="020B0604020202020204" pitchFamily="34" charset="0"/>
              </a:rPr>
              <a:pPr algn="r" defTabSz="914400"/>
              <a:t>‹#›</a:t>
            </a:fld>
            <a:endParaRPr lang="en-US" sz="800">
              <a:solidFill>
                <a:prstClr val="black">
                  <a:lumMod val="50000"/>
                  <a:lumOff val="50000"/>
                </a:prstClr>
              </a:solidFill>
              <a:cs typeface="Arial" panose="020B0604020202020204" pitchFamily="34" charset="0"/>
            </a:endParaRPr>
          </a:p>
        </p:txBody>
      </p:sp>
      <p:cxnSp>
        <p:nvCxnSpPr>
          <p:cNvPr id="7" name="Conector reto 49">
            <a:extLst>
              <a:ext uri="{FF2B5EF4-FFF2-40B4-BE49-F238E27FC236}">
                <a16:creationId xmlns:a16="http://schemas.microsoft.com/office/drawing/2014/main" id="{6B6D7F6B-C184-4C2B-8EB7-067E0C1E8DF2}"/>
              </a:ext>
            </a:extLst>
          </p:cNvPr>
          <p:cNvCxnSpPr>
            <a:cxnSpLocks/>
          </p:cNvCxnSpPr>
          <p:nvPr userDrawn="1"/>
        </p:nvCxnSpPr>
        <p:spPr>
          <a:xfrm flipV="1">
            <a:off x="3283674" y="6587911"/>
            <a:ext cx="0" cy="155576"/>
          </a:xfrm>
          <a:prstGeom prst="line">
            <a:avLst/>
          </a:prstGeom>
          <a:solidFill>
            <a:schemeClr val="tx1"/>
          </a:solidFill>
          <a:ln w="12700" cap="rnd">
            <a:solidFill>
              <a:schemeClr val="accent2"/>
            </a:solidFill>
            <a:round/>
          </a:ln>
        </p:spPr>
        <p:style>
          <a:lnRef idx="1">
            <a:schemeClr val="accent1"/>
          </a:lnRef>
          <a:fillRef idx="0">
            <a:schemeClr val="accent1"/>
          </a:fillRef>
          <a:effectRef idx="0">
            <a:schemeClr val="accent1"/>
          </a:effectRef>
          <a:fontRef idx="minor">
            <a:schemeClr val="tx1"/>
          </a:fontRef>
        </p:style>
      </p:cxnSp>
      <p:sp>
        <p:nvSpPr>
          <p:cNvPr id="8" name="Rectangle 27">
            <a:hlinkClick r:id="rId2"/>
            <a:extLst>
              <a:ext uri="{FF2B5EF4-FFF2-40B4-BE49-F238E27FC236}">
                <a16:creationId xmlns:a16="http://schemas.microsoft.com/office/drawing/2014/main" id="{F376ABD1-4930-42EB-9A73-9A9C7C6BF2D3}"/>
              </a:ext>
            </a:extLst>
          </p:cNvPr>
          <p:cNvSpPr/>
          <p:nvPr userDrawn="1"/>
        </p:nvSpPr>
        <p:spPr>
          <a:xfrm>
            <a:off x="407988" y="6555971"/>
            <a:ext cx="2829007" cy="219456"/>
          </a:xfrm>
          <a:prstGeom prst="rect">
            <a:avLst/>
          </a:prstGeom>
        </p:spPr>
        <p:txBody>
          <a:bodyPr wrap="square" lIns="0" tIns="0" rIns="0" bIns="0" anchor="ctr" anchorCtr="0">
            <a:noAutofit/>
          </a:bodyPr>
          <a:lstStyle/>
          <a:p>
            <a:pPr defTabSz="914400">
              <a:lnSpc>
                <a:spcPct val="85000"/>
              </a:lnSpc>
              <a:defRPr/>
            </a:pPr>
            <a:r>
              <a:rPr lang="en-US" sz="800" kern="0">
                <a:solidFill>
                  <a:srgbClr val="00458D"/>
                </a:solidFill>
                <a:cs typeface="Arial" panose="020B0604020202020204" pitchFamily="34" charset="0"/>
              </a:rPr>
              <a:t>Presentation Title | Author | Date</a:t>
            </a:r>
          </a:p>
        </p:txBody>
      </p:sp>
      <p:sp>
        <p:nvSpPr>
          <p:cNvPr id="9" name="Retângulo 43">
            <a:extLst>
              <a:ext uri="{FF2B5EF4-FFF2-40B4-BE49-F238E27FC236}">
                <a16:creationId xmlns:a16="http://schemas.microsoft.com/office/drawing/2014/main" id="{834ADCB4-BFB1-450D-8F6D-64217F4CD92C}"/>
              </a:ext>
            </a:extLst>
          </p:cNvPr>
          <p:cNvSpPr/>
          <p:nvPr userDrawn="1"/>
        </p:nvSpPr>
        <p:spPr>
          <a:xfrm>
            <a:off x="3411379" y="6555758"/>
            <a:ext cx="2223686" cy="219456"/>
          </a:xfrm>
          <a:prstGeom prst="rect">
            <a:avLst/>
          </a:prstGeom>
        </p:spPr>
        <p:txBody>
          <a:bodyPr wrap="none" lIns="0" tIns="0" rIns="0" bIns="0" anchor="ctr">
            <a:noAutofit/>
          </a:bodyPr>
          <a:lstStyle/>
          <a:p>
            <a:pPr defTabSz="914400"/>
            <a:r>
              <a:rPr lang="en-US" sz="800">
                <a:solidFill>
                  <a:srgbClr val="E6E7E7">
                    <a:lumMod val="50000"/>
                  </a:srgbClr>
                </a:solidFill>
                <a:cs typeface="Arial" panose="020B0604020202020204" pitchFamily="34" charset="0"/>
              </a:rPr>
              <a:t>© 2017 Capgemini. All rights reserved.</a:t>
            </a:r>
          </a:p>
        </p:txBody>
      </p:sp>
      <p:sp>
        <p:nvSpPr>
          <p:cNvPr id="10" name="Title Placeholder 1">
            <a:extLst>
              <a:ext uri="{FF2B5EF4-FFF2-40B4-BE49-F238E27FC236}">
                <a16:creationId xmlns:a16="http://schemas.microsoft.com/office/drawing/2014/main" id="{552BBB0A-405D-419D-8BD5-EC8D9F84B795}"/>
              </a:ext>
            </a:extLst>
          </p:cNvPr>
          <p:cNvSpPr>
            <a:spLocks noGrp="1"/>
          </p:cNvSpPr>
          <p:nvPr>
            <p:ph type="title" hasCustomPrompt="1"/>
          </p:nvPr>
        </p:nvSpPr>
        <p:spPr>
          <a:xfrm>
            <a:off x="407988" y="404813"/>
            <a:ext cx="10944596" cy="863600"/>
          </a:xfrm>
          <a:prstGeom prst="rect">
            <a:avLst/>
          </a:prstGeom>
        </p:spPr>
        <p:txBody>
          <a:bodyPr vert="horz" lIns="0" tIns="0" rIns="0" bIns="0" rtlCol="0" anchor="t">
            <a:normAutofit/>
          </a:bodyPr>
          <a:lstStyle>
            <a:lvl1pPr>
              <a:defRPr lang="pt-PT" b="0" i="0" dirty="0">
                <a:latin typeface="+mn-lt"/>
              </a:defRPr>
            </a:lvl1pPr>
          </a:lstStyle>
          <a:p>
            <a:pPr lvl="0">
              <a:lnSpc>
                <a:spcPts val="3000"/>
              </a:lnSpc>
            </a:pPr>
            <a:r>
              <a:rPr lang="en-US"/>
              <a:t>Click to add title</a:t>
            </a:r>
            <a:endParaRPr lang="pt-PT"/>
          </a:p>
        </p:txBody>
      </p:sp>
      <p:pic>
        <p:nvPicPr>
          <p:cNvPr id="12" name="Graphic 4">
            <a:extLst>
              <a:ext uri="{FF2B5EF4-FFF2-40B4-BE49-F238E27FC236}">
                <a16:creationId xmlns:a16="http://schemas.microsoft.com/office/drawing/2014/main" id="{25EEA1D4-3AF7-42D7-AE97-AE404AECFAEB}"/>
              </a:ext>
            </a:extLst>
          </p:cNvPr>
          <p:cNvPicPr>
            <a:picLocks noChangeAspect="1"/>
          </p:cNvPicPr>
          <p:nvPr userDrawn="1"/>
        </p:nvPicPr>
        <p:blipFill rotWithShape="1">
          <a:blip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rcRect t="-5676"/>
          <a:stretch/>
        </p:blipFill>
        <p:spPr>
          <a:xfrm>
            <a:off x="11635686" y="6398376"/>
            <a:ext cx="424356" cy="459624"/>
          </a:xfrm>
          <a:prstGeom prst="rect">
            <a:avLst/>
          </a:prstGeom>
        </p:spPr>
      </p:pic>
      <p:sp>
        <p:nvSpPr>
          <p:cNvPr id="14" name="Text Placeholder 2"/>
          <p:cNvSpPr>
            <a:spLocks noGrp="1"/>
          </p:cNvSpPr>
          <p:nvPr>
            <p:ph idx="1"/>
          </p:nvPr>
        </p:nvSpPr>
        <p:spPr>
          <a:xfrm>
            <a:off x="413067" y="1412875"/>
            <a:ext cx="11370945" cy="5040313"/>
          </a:xfrm>
          <a:prstGeom prst="rect">
            <a:avLst/>
          </a:prstGeom>
        </p:spPr>
        <p:txBody>
          <a:bodyPr vert="horz" lIns="0" tIns="0" rIns="0" bIns="0" rtlCol="0">
            <a:normAutofit/>
          </a:bodyPr>
          <a:lstStyle>
            <a:lvl1pPr>
              <a:defRPr lang="en-US" dirty="0">
                <a:latin typeface="+mn-lt"/>
                <a:ea typeface="+mn-ea"/>
                <a:cs typeface="+mn-cs"/>
              </a:defRPr>
            </a:lvl1pPr>
            <a:lvl2pPr>
              <a:defRPr lang="en-US" dirty="0">
                <a:latin typeface="+mn-lt"/>
                <a:ea typeface="+mn-ea"/>
                <a:cs typeface="+mn-cs"/>
              </a:defRPr>
            </a:lvl2pPr>
            <a:lvl3pPr>
              <a:defRPr lang="en-US" dirty="0">
                <a:latin typeface="+mn-lt"/>
                <a:ea typeface="+mn-ea"/>
                <a:cs typeface="+mn-cs"/>
              </a:defRPr>
            </a:lvl3pPr>
            <a:lvl4pPr>
              <a:defRPr lang="en-US" dirty="0">
                <a:latin typeface="+mn-lt"/>
                <a:ea typeface="+mn-ea"/>
                <a:cs typeface="+mn-cs"/>
              </a:defRPr>
            </a:lvl4pPr>
          </a:lstStyle>
          <a:p>
            <a:pPr lvl="0">
              <a:lnSpc>
                <a:spcPts val="2200"/>
              </a:lnSpc>
              <a:spcBef>
                <a:spcPts val="0"/>
              </a:spcBef>
              <a:spcAft>
                <a:spcPts val="600"/>
              </a:spcAft>
            </a:pPr>
            <a:r>
              <a:rPr lang="en-US"/>
              <a:t>Edit Master text styles</a:t>
            </a:r>
          </a:p>
          <a:p>
            <a:pPr marL="233363" lvl="1">
              <a:lnSpc>
                <a:spcPts val="2000"/>
              </a:lnSpc>
              <a:spcBef>
                <a:spcPts val="0"/>
              </a:spcBef>
              <a:spcAft>
                <a:spcPts val="600"/>
              </a:spcAft>
              <a:buClr>
                <a:schemeClr val="accent1"/>
              </a:buClr>
              <a:buFont typeface="Wingdings" panose="05000000000000000000" pitchFamily="2" charset="2"/>
              <a:buChar char="§"/>
            </a:pPr>
            <a:r>
              <a:rPr lang="en-US"/>
              <a:t>Second level</a:t>
            </a:r>
          </a:p>
          <a:p>
            <a:pPr marL="457200" lvl="2" indent="-223838">
              <a:lnSpc>
                <a:spcPts val="1600"/>
              </a:lnSpc>
              <a:spcBef>
                <a:spcPts val="0"/>
              </a:spcBef>
              <a:spcAft>
                <a:spcPts val="600"/>
              </a:spcAft>
              <a:buClr>
                <a:schemeClr val="accent1"/>
              </a:buClr>
            </a:pPr>
            <a:r>
              <a:rPr lang="en-US"/>
              <a:t>Third level</a:t>
            </a:r>
          </a:p>
          <a:p>
            <a:pPr marL="690563" lvl="3" indent="-233363">
              <a:spcBef>
                <a:spcPts val="0"/>
              </a:spcBef>
              <a:spcAft>
                <a:spcPts val="600"/>
              </a:spcAft>
              <a:buClr>
                <a:schemeClr val="accent1"/>
              </a:buClr>
              <a:buChar char="‒"/>
            </a:pPr>
            <a:r>
              <a:rPr lang="en-US"/>
              <a:t>Fourth level</a:t>
            </a:r>
          </a:p>
        </p:txBody>
      </p:sp>
    </p:spTree>
    <p:extLst>
      <p:ext uri="{BB962C8B-B14F-4D97-AF65-F5344CB8AC3E}">
        <p14:creationId xmlns:p14="http://schemas.microsoft.com/office/powerpoint/2010/main" val="2432450362"/>
      </p:ext>
    </p:extLst>
  </p:cSld>
  <p:clrMapOvr>
    <a:overrideClrMapping bg1="lt1" tx1="dk1" bg2="lt2" tx2="dk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Diapositiva titolo">
    <p:bg>
      <p:bgRef idx="1001">
        <a:schemeClr val="bg1"/>
      </p:bgRef>
    </p:bg>
    <p:spTree>
      <p:nvGrpSpPr>
        <p:cNvPr id="1" name=""/>
        <p:cNvGrpSpPr/>
        <p:nvPr/>
      </p:nvGrpSpPr>
      <p:grpSpPr>
        <a:xfrm>
          <a:off x="0" y="0"/>
          <a:ext cx="0" cy="0"/>
          <a:chOff x="0" y="0"/>
          <a:chExt cx="0" cy="0"/>
        </a:xfrm>
      </p:grpSpPr>
      <p:sp>
        <p:nvSpPr>
          <p:cNvPr id="2" name="Titolo 1"/>
          <p:cNvSpPr>
            <a:spLocks noGrp="1"/>
          </p:cNvSpPr>
          <p:nvPr>
            <p:ph type="ctrTitle" hasCustomPrompt="1"/>
          </p:nvPr>
        </p:nvSpPr>
        <p:spPr>
          <a:xfrm>
            <a:off x="2816555" y="2294992"/>
            <a:ext cx="8944075" cy="615552"/>
          </a:xfrm>
          <a:prstGeom prst="rect">
            <a:avLst/>
          </a:prstGeom>
        </p:spPr>
        <p:txBody>
          <a:bodyPr lIns="0" bIns="0"/>
          <a:lstStyle>
            <a:lvl1pPr>
              <a:defRPr>
                <a:solidFill>
                  <a:srgbClr val="C3231E"/>
                </a:solidFill>
              </a:defRPr>
            </a:lvl1pPr>
          </a:lstStyle>
          <a:p>
            <a:r>
              <a:rPr lang="en-US" noProof="0"/>
              <a:t>Presentation title</a:t>
            </a:r>
          </a:p>
        </p:txBody>
      </p:sp>
      <p:sp>
        <p:nvSpPr>
          <p:cNvPr id="3" name="Sottotitolo 2"/>
          <p:cNvSpPr>
            <a:spLocks noGrp="1"/>
          </p:cNvSpPr>
          <p:nvPr>
            <p:ph type="subTitle" idx="1" hasCustomPrompt="1"/>
          </p:nvPr>
        </p:nvSpPr>
        <p:spPr>
          <a:xfrm>
            <a:off x="2816555" y="2930059"/>
            <a:ext cx="8944075" cy="345637"/>
          </a:xfrm>
          <a:prstGeom prst="rect">
            <a:avLst/>
          </a:prstGeom>
        </p:spPr>
        <p:txBody>
          <a:bodyPr lIns="0" rIns="0" bIns="0" anchor="t"/>
          <a:lstStyle>
            <a:lvl1pPr marL="0" indent="0" algn="l">
              <a:buNone/>
              <a:defRPr>
                <a:solidFill>
                  <a:srgbClr val="6E6E6E"/>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noProof="0"/>
              <a:t>Possible subtitle of the presentation</a:t>
            </a:r>
          </a:p>
        </p:txBody>
      </p:sp>
      <p:sp>
        <p:nvSpPr>
          <p:cNvPr id="15" name="Segnaposto testo 14"/>
          <p:cNvSpPr>
            <a:spLocks noGrp="1"/>
          </p:cNvSpPr>
          <p:nvPr>
            <p:ph type="body" sz="quarter" idx="13" hasCustomPrompt="1"/>
          </p:nvPr>
        </p:nvSpPr>
        <p:spPr>
          <a:xfrm>
            <a:off x="2816555" y="4725144"/>
            <a:ext cx="3149600" cy="457200"/>
          </a:xfrm>
          <a:prstGeom prst="rect">
            <a:avLst/>
          </a:prstGeom>
        </p:spPr>
        <p:txBody>
          <a:bodyPr vert="horz" lIns="0" tIns="0" rIns="0" bIns="0"/>
          <a:lstStyle>
            <a:lvl1pPr>
              <a:defRPr sz="1600">
                <a:solidFill>
                  <a:srgbClr val="6E6E6E"/>
                </a:solidFill>
              </a:defRPr>
            </a:lvl1pPr>
          </a:lstStyle>
          <a:p>
            <a:pPr lvl="0"/>
            <a:r>
              <a:rPr lang="en-US" noProof="0"/>
              <a:t>Name and title </a:t>
            </a:r>
          </a:p>
        </p:txBody>
      </p:sp>
      <p:sp>
        <p:nvSpPr>
          <p:cNvPr id="8" name="Segnaposto testo 7"/>
          <p:cNvSpPr>
            <a:spLocks noGrp="1"/>
          </p:cNvSpPr>
          <p:nvPr>
            <p:ph type="body" sz="quarter" idx="14" hasCustomPrompt="1"/>
          </p:nvPr>
        </p:nvSpPr>
        <p:spPr>
          <a:xfrm>
            <a:off x="2817283" y="5311357"/>
            <a:ext cx="3148871" cy="344806"/>
          </a:xfrm>
          <a:prstGeom prst="rect">
            <a:avLst/>
          </a:prstGeom>
        </p:spPr>
        <p:txBody>
          <a:bodyPr vert="horz" lIns="0" rIns="0"/>
          <a:lstStyle>
            <a:lvl1pPr>
              <a:defRPr>
                <a:solidFill>
                  <a:srgbClr val="C3231E"/>
                </a:solidFill>
              </a:defRPr>
            </a:lvl1pPr>
            <a:lvl2pPr>
              <a:defRPr>
                <a:solidFill>
                  <a:srgbClr val="C3231E"/>
                </a:solidFill>
              </a:defRPr>
            </a:lvl2pPr>
            <a:lvl3pPr>
              <a:defRPr>
                <a:solidFill>
                  <a:srgbClr val="C3231E"/>
                </a:solidFill>
              </a:defRPr>
            </a:lvl3pPr>
            <a:lvl4pPr>
              <a:defRPr>
                <a:solidFill>
                  <a:srgbClr val="C3231E"/>
                </a:solidFill>
              </a:defRPr>
            </a:lvl4pPr>
            <a:lvl5pPr>
              <a:defRPr>
                <a:solidFill>
                  <a:srgbClr val="C3231E"/>
                </a:solidFill>
              </a:defRPr>
            </a:lvl5pPr>
          </a:lstStyle>
          <a:p>
            <a:pPr lvl="0"/>
            <a:r>
              <a:rPr lang="en-US" noProof="0"/>
              <a:t>City, Nation</a:t>
            </a:r>
          </a:p>
        </p:txBody>
      </p:sp>
      <p:sp>
        <p:nvSpPr>
          <p:cNvPr id="10" name="Segnaposto testo 9"/>
          <p:cNvSpPr>
            <a:spLocks noGrp="1"/>
          </p:cNvSpPr>
          <p:nvPr>
            <p:ph type="body" sz="quarter" idx="16" hasCustomPrompt="1"/>
          </p:nvPr>
        </p:nvSpPr>
        <p:spPr>
          <a:xfrm>
            <a:off x="2841601" y="5943600"/>
            <a:ext cx="9374716" cy="288000"/>
          </a:xfrm>
          <a:prstGeom prst="rect">
            <a:avLst/>
          </a:prstGeom>
        </p:spPr>
        <p:txBody>
          <a:bodyPr vert="horz" wrap="none" lIns="0" tIns="0" rIns="0" bIns="0" anchor="ctr" anchorCtr="0"/>
          <a:lstStyle>
            <a:lvl1pPr marL="342900" marR="0" indent="-342900" algn="l" defTabSz="457200" rtl="0" eaLnBrk="1" fontAlgn="auto" latinLnBrk="0" hangingPunct="1">
              <a:lnSpc>
                <a:spcPct val="100000"/>
              </a:lnSpc>
              <a:spcBef>
                <a:spcPct val="20000"/>
              </a:spcBef>
              <a:spcAft>
                <a:spcPts val="0"/>
              </a:spcAft>
              <a:buClrTx/>
              <a:buSzTx/>
              <a:buFont typeface="Arial"/>
              <a:buNone/>
              <a:tabLst/>
              <a:defRPr sz="800"/>
            </a:lvl1pPr>
          </a:lstStyle>
          <a:p>
            <a:pPr marL="342900" marR="0" lvl="0" indent="-342900" algn="l" defTabSz="457200" rtl="0" eaLnBrk="1" fontAlgn="auto" latinLnBrk="0" hangingPunct="1">
              <a:lnSpc>
                <a:spcPct val="100000"/>
              </a:lnSpc>
              <a:spcBef>
                <a:spcPct val="20000"/>
              </a:spcBef>
              <a:spcAft>
                <a:spcPts val="0"/>
              </a:spcAft>
              <a:buClrTx/>
              <a:buSzTx/>
              <a:buFont typeface="Arial"/>
              <a:buNone/>
              <a:tabLst/>
              <a:defRPr/>
            </a:pPr>
            <a:r>
              <a:rPr lang="en-US" noProof="0"/>
              <a:t>Contains confidential proprietary and trade secrets information of CNH Industrial. Any use of this work without express written consent is strictly prohibited.</a:t>
            </a:r>
          </a:p>
          <a:p>
            <a:pPr lvl="0"/>
            <a:endParaRPr lang="en-US" noProof="0"/>
          </a:p>
        </p:txBody>
      </p:sp>
      <p:sp>
        <p:nvSpPr>
          <p:cNvPr id="14" name="Segnaposto testo 13"/>
          <p:cNvSpPr>
            <a:spLocks noGrp="1"/>
          </p:cNvSpPr>
          <p:nvPr>
            <p:ph type="body" sz="quarter" idx="17" hasCustomPrompt="1"/>
          </p:nvPr>
        </p:nvSpPr>
        <p:spPr>
          <a:xfrm>
            <a:off x="2817283" y="5689600"/>
            <a:ext cx="3148871" cy="228600"/>
          </a:xfrm>
          <a:prstGeom prst="rect">
            <a:avLst/>
          </a:prstGeom>
        </p:spPr>
        <p:txBody>
          <a:bodyPr vert="horz" lIns="0" tIns="0" rIns="0" bIns="0"/>
          <a:lstStyle>
            <a:lvl1pPr>
              <a:defRPr>
                <a:solidFill>
                  <a:srgbClr val="6E6E6E"/>
                </a:solidFill>
              </a:defRPr>
            </a:lvl1pPr>
          </a:lstStyle>
          <a:p>
            <a:r>
              <a:rPr lang="en-US" sz="1200" noProof="0">
                <a:solidFill>
                  <a:srgbClr val="6E6E6E"/>
                </a:solidFill>
                <a:latin typeface="Arial"/>
                <a:cs typeface="Arial"/>
              </a:rPr>
              <a:t>May 5th, 2017</a:t>
            </a:r>
          </a:p>
        </p:txBody>
      </p:sp>
    </p:spTree>
    <p:extLst>
      <p:ext uri="{BB962C8B-B14F-4D97-AF65-F5344CB8AC3E}">
        <p14:creationId xmlns:p14="http://schemas.microsoft.com/office/powerpoint/2010/main" val="3928062779"/>
      </p:ext>
    </p:extLst>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wo columns">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7CE2609-37DA-4C4C-BF45-E56CE85AA41D}"/>
              </a:ext>
            </a:extLst>
          </p:cNvPr>
          <p:cNvSpPr>
            <a:spLocks noGrp="1"/>
          </p:cNvSpPr>
          <p:nvPr>
            <p:ph type="body" sz="quarter" idx="10" hasCustomPrompt="1"/>
          </p:nvPr>
        </p:nvSpPr>
        <p:spPr>
          <a:xfrm>
            <a:off x="407987" y="2010606"/>
            <a:ext cx="5543551" cy="4442581"/>
          </a:xfrm>
          <a:prstGeom prst="rect">
            <a:avLst/>
          </a:prstGeom>
        </p:spPr>
        <p:txBody>
          <a:bodyPr>
            <a:noAutofit/>
          </a:bodyPr>
          <a:lstStyle>
            <a:lvl1pPr>
              <a:lnSpc>
                <a:spcPct val="100000"/>
              </a:lnSpc>
              <a:defRPr sz="1400">
                <a:solidFill>
                  <a:schemeClr val="tx1"/>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long text</a:t>
            </a:r>
          </a:p>
        </p:txBody>
      </p:sp>
      <p:sp>
        <p:nvSpPr>
          <p:cNvPr id="11" name="Text Placeholder 7">
            <a:extLst>
              <a:ext uri="{FF2B5EF4-FFF2-40B4-BE49-F238E27FC236}">
                <a16:creationId xmlns:a16="http://schemas.microsoft.com/office/drawing/2014/main" id="{4F279807-494A-45DD-A5C6-24F625316B92}"/>
              </a:ext>
            </a:extLst>
          </p:cNvPr>
          <p:cNvSpPr>
            <a:spLocks noGrp="1"/>
          </p:cNvSpPr>
          <p:nvPr>
            <p:ph type="body" sz="quarter" idx="11" hasCustomPrompt="1"/>
          </p:nvPr>
        </p:nvSpPr>
        <p:spPr>
          <a:xfrm>
            <a:off x="6240465" y="2010606"/>
            <a:ext cx="5516444" cy="4441372"/>
          </a:xfrm>
          <a:prstGeom prst="rect">
            <a:avLst/>
          </a:prstGeom>
        </p:spPr>
        <p:txBody>
          <a:bodyPr>
            <a:noAutofit/>
          </a:bodyPr>
          <a:lstStyle>
            <a:lvl1pPr>
              <a:lnSpc>
                <a:spcPct val="100000"/>
              </a:lnSpc>
              <a:defRPr sz="1400">
                <a:solidFill>
                  <a:schemeClr val="tx1"/>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long text</a:t>
            </a:r>
          </a:p>
        </p:txBody>
      </p:sp>
      <p:sp>
        <p:nvSpPr>
          <p:cNvPr id="13" name="Text Placeholder 7">
            <a:extLst>
              <a:ext uri="{FF2B5EF4-FFF2-40B4-BE49-F238E27FC236}">
                <a16:creationId xmlns:a16="http://schemas.microsoft.com/office/drawing/2014/main" id="{D8D7F005-BA7C-423E-87B0-6782D88233F6}"/>
              </a:ext>
            </a:extLst>
          </p:cNvPr>
          <p:cNvSpPr>
            <a:spLocks noGrp="1"/>
          </p:cNvSpPr>
          <p:nvPr>
            <p:ph type="body" sz="quarter" idx="12" hasCustomPrompt="1"/>
          </p:nvPr>
        </p:nvSpPr>
        <p:spPr>
          <a:xfrm>
            <a:off x="407987" y="1420990"/>
            <a:ext cx="5543551" cy="438494"/>
          </a:xfrm>
          <a:prstGeom prst="rect">
            <a:avLst/>
          </a:prstGeom>
        </p:spPr>
        <p:txBody>
          <a:bodyPr>
            <a:noAutofit/>
          </a:bodyPr>
          <a:lstStyle>
            <a:lvl1pPr>
              <a:lnSpc>
                <a:spcPts val="2200"/>
              </a:lnSpc>
              <a:defRPr sz="1800" b="0">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title</a:t>
            </a:r>
          </a:p>
        </p:txBody>
      </p:sp>
      <p:sp>
        <p:nvSpPr>
          <p:cNvPr id="14" name="Text Placeholder 7">
            <a:extLst>
              <a:ext uri="{FF2B5EF4-FFF2-40B4-BE49-F238E27FC236}">
                <a16:creationId xmlns:a16="http://schemas.microsoft.com/office/drawing/2014/main" id="{47BDC0DA-1585-454D-9E74-41D2AFC0FEE5}"/>
              </a:ext>
            </a:extLst>
          </p:cNvPr>
          <p:cNvSpPr>
            <a:spLocks noGrp="1"/>
          </p:cNvSpPr>
          <p:nvPr>
            <p:ph type="body" sz="quarter" idx="13" hasCustomPrompt="1"/>
          </p:nvPr>
        </p:nvSpPr>
        <p:spPr>
          <a:xfrm>
            <a:off x="6240465" y="1420990"/>
            <a:ext cx="5516444" cy="438494"/>
          </a:xfrm>
          <a:prstGeom prst="rect">
            <a:avLst/>
          </a:prstGeom>
        </p:spPr>
        <p:txBody>
          <a:bodyPr>
            <a:noAutofit/>
          </a:bodyPr>
          <a:lstStyle>
            <a:lvl1pPr>
              <a:lnSpc>
                <a:spcPts val="2200"/>
              </a:lnSpc>
              <a:defRPr sz="1800" b="0">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title</a:t>
            </a:r>
          </a:p>
        </p:txBody>
      </p:sp>
      <p:sp>
        <p:nvSpPr>
          <p:cNvPr id="9" name="Title Placeholder 1">
            <a:extLst>
              <a:ext uri="{FF2B5EF4-FFF2-40B4-BE49-F238E27FC236}">
                <a16:creationId xmlns:a16="http://schemas.microsoft.com/office/drawing/2014/main" id="{6733E381-C11A-4F10-88ED-DDEA4B9167E2}"/>
              </a:ext>
            </a:extLst>
          </p:cNvPr>
          <p:cNvSpPr>
            <a:spLocks noGrp="1"/>
          </p:cNvSpPr>
          <p:nvPr>
            <p:ph type="title" hasCustomPrompt="1"/>
          </p:nvPr>
        </p:nvSpPr>
        <p:spPr>
          <a:xfrm>
            <a:off x="407988" y="404813"/>
            <a:ext cx="10944596" cy="865054"/>
          </a:xfrm>
          <a:prstGeom prst="rect">
            <a:avLst/>
          </a:prstGeom>
        </p:spPr>
        <p:txBody>
          <a:bodyPr vert="horz" lIns="0" tIns="0" rIns="0" bIns="0" rtlCol="0" anchor="t">
            <a:normAutofit/>
          </a:bodyPr>
          <a:lstStyle>
            <a:lvl1pPr>
              <a:defRPr lang="pt-PT" dirty="0">
                <a:solidFill>
                  <a:schemeClr val="tx2"/>
                </a:solidFill>
              </a:defRPr>
            </a:lvl1pPr>
          </a:lstStyle>
          <a:p>
            <a:pPr lvl="0">
              <a:lnSpc>
                <a:spcPts val="3000"/>
              </a:lnSpc>
            </a:pPr>
            <a:r>
              <a:rPr lang="en-US"/>
              <a:t>Click to insert title</a:t>
            </a:r>
            <a:endParaRPr lang="pt-PT"/>
          </a:p>
        </p:txBody>
      </p:sp>
    </p:spTree>
    <p:extLst>
      <p:ext uri="{BB962C8B-B14F-4D97-AF65-F5344CB8AC3E}">
        <p14:creationId xmlns:p14="http://schemas.microsoft.com/office/powerpoint/2010/main" val="13549369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Title Slide 1">
    <p:bg>
      <p:bgPr>
        <a:solidFill>
          <a:srgbClr val="E6E7E7"/>
        </a:solidFill>
        <a:effectLst/>
      </p:bgPr>
    </p:bg>
    <p:spTree>
      <p:nvGrpSpPr>
        <p:cNvPr id="1" name=""/>
        <p:cNvGrpSpPr/>
        <p:nvPr/>
      </p:nvGrpSpPr>
      <p:grpSpPr>
        <a:xfrm>
          <a:off x="0" y="0"/>
          <a:ext cx="0" cy="0"/>
          <a:chOff x="0" y="0"/>
          <a:chExt cx="0" cy="0"/>
        </a:xfrm>
      </p:grpSpPr>
      <p:graphicFrame>
        <p:nvGraphicFramePr>
          <p:cNvPr id="7" name="Object 6"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7" name="Object 6"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79" name="Freeform 7"/>
          <p:cNvSpPr>
            <a:spLocks/>
          </p:cNvSpPr>
          <p:nvPr userDrawn="1"/>
        </p:nvSpPr>
        <p:spPr bwMode="auto">
          <a:xfrm>
            <a:off x="5137150" y="0"/>
            <a:ext cx="7054850" cy="6854825"/>
          </a:xfrm>
          <a:custGeom>
            <a:avLst/>
            <a:gdLst/>
            <a:ahLst/>
            <a:cxnLst>
              <a:cxn ang="0">
                <a:pos x="4444" y="0"/>
              </a:cxn>
              <a:cxn ang="0">
                <a:pos x="4444" y="32"/>
              </a:cxn>
              <a:cxn ang="0">
                <a:pos x="4444" y="4292"/>
              </a:cxn>
              <a:cxn ang="0">
                <a:pos x="4440" y="4306"/>
              </a:cxn>
              <a:cxn ang="0">
                <a:pos x="4426" y="4314"/>
              </a:cxn>
              <a:cxn ang="0">
                <a:pos x="4326" y="4318"/>
              </a:cxn>
              <a:cxn ang="0">
                <a:pos x="4228" y="4310"/>
              </a:cxn>
              <a:cxn ang="0">
                <a:pos x="4076" y="4282"/>
              </a:cxn>
              <a:cxn ang="0">
                <a:pos x="3928" y="4240"/>
              </a:cxn>
              <a:cxn ang="0">
                <a:pos x="3740" y="4170"/>
              </a:cxn>
              <a:cxn ang="0">
                <a:pos x="3474" y="4042"/>
              </a:cxn>
              <a:cxn ang="0">
                <a:pos x="3216" y="3896"/>
              </a:cxn>
              <a:cxn ang="0">
                <a:pos x="3024" y="3772"/>
              </a:cxn>
              <a:cxn ang="0">
                <a:pos x="2704" y="3544"/>
              </a:cxn>
              <a:cxn ang="0">
                <a:pos x="2396" y="3300"/>
              </a:cxn>
              <a:cxn ang="0">
                <a:pos x="2180" y="3116"/>
              </a:cxn>
              <a:cxn ang="0">
                <a:pos x="2256" y="2964"/>
              </a:cxn>
              <a:cxn ang="0">
                <a:pos x="2286" y="2890"/>
              </a:cxn>
              <a:cxn ang="0">
                <a:pos x="2322" y="2774"/>
              </a:cxn>
              <a:cxn ang="0">
                <a:pos x="2338" y="2654"/>
              </a:cxn>
              <a:cxn ang="0">
                <a:pos x="2336" y="2562"/>
              </a:cxn>
              <a:cxn ang="0">
                <a:pos x="2306" y="2432"/>
              </a:cxn>
              <a:cxn ang="0">
                <a:pos x="2242" y="2310"/>
              </a:cxn>
              <a:cxn ang="0">
                <a:pos x="2188" y="2238"/>
              </a:cxn>
              <a:cxn ang="0">
                <a:pos x="2092" y="2144"/>
              </a:cxn>
              <a:cxn ang="0">
                <a:pos x="1986" y="2062"/>
              </a:cxn>
              <a:cxn ang="0">
                <a:pos x="1878" y="1990"/>
              </a:cxn>
              <a:cxn ang="0">
                <a:pos x="1712" y="1894"/>
              </a:cxn>
              <a:cxn ang="0">
                <a:pos x="1538" y="1808"/>
              </a:cxn>
              <a:cxn ang="0">
                <a:pos x="1156" y="1640"/>
              </a:cxn>
              <a:cxn ang="0">
                <a:pos x="710" y="1446"/>
              </a:cxn>
              <a:cxn ang="0">
                <a:pos x="524" y="1350"/>
              </a:cxn>
              <a:cxn ang="0">
                <a:pos x="354" y="1230"/>
              </a:cxn>
              <a:cxn ang="0">
                <a:pos x="262" y="1144"/>
              </a:cxn>
              <a:cxn ang="0">
                <a:pos x="158" y="1020"/>
              </a:cxn>
              <a:cxn ang="0">
                <a:pos x="80" y="884"/>
              </a:cxn>
              <a:cxn ang="0">
                <a:pos x="28" y="740"/>
              </a:cxn>
              <a:cxn ang="0">
                <a:pos x="2" y="584"/>
              </a:cxn>
              <a:cxn ang="0">
                <a:pos x="4" y="418"/>
              </a:cxn>
              <a:cxn ang="0">
                <a:pos x="18" y="314"/>
              </a:cxn>
              <a:cxn ang="0">
                <a:pos x="58" y="162"/>
              </a:cxn>
              <a:cxn ang="0">
                <a:pos x="118" y="16"/>
              </a:cxn>
              <a:cxn ang="0">
                <a:pos x="122" y="0"/>
              </a:cxn>
            </a:cxnLst>
            <a:rect l="0" t="0" r="r" b="b"/>
            <a:pathLst>
              <a:path w="4444" h="4318">
                <a:moveTo>
                  <a:pt x="122" y="0"/>
                </a:moveTo>
                <a:lnTo>
                  <a:pt x="122" y="0"/>
                </a:lnTo>
                <a:lnTo>
                  <a:pt x="4444" y="0"/>
                </a:lnTo>
                <a:lnTo>
                  <a:pt x="4444" y="0"/>
                </a:lnTo>
                <a:lnTo>
                  <a:pt x="4444" y="32"/>
                </a:lnTo>
                <a:lnTo>
                  <a:pt x="4444" y="32"/>
                </a:lnTo>
                <a:lnTo>
                  <a:pt x="4444" y="4272"/>
                </a:lnTo>
                <a:lnTo>
                  <a:pt x="4444" y="4272"/>
                </a:lnTo>
                <a:lnTo>
                  <a:pt x="4444" y="4292"/>
                </a:lnTo>
                <a:lnTo>
                  <a:pt x="4444" y="4292"/>
                </a:lnTo>
                <a:lnTo>
                  <a:pt x="4444" y="4300"/>
                </a:lnTo>
                <a:lnTo>
                  <a:pt x="4440" y="4306"/>
                </a:lnTo>
                <a:lnTo>
                  <a:pt x="4436" y="4310"/>
                </a:lnTo>
                <a:lnTo>
                  <a:pt x="4426" y="4314"/>
                </a:lnTo>
                <a:lnTo>
                  <a:pt x="4426" y="4314"/>
                </a:lnTo>
                <a:lnTo>
                  <a:pt x="4402" y="4316"/>
                </a:lnTo>
                <a:lnTo>
                  <a:pt x="4376" y="4318"/>
                </a:lnTo>
                <a:lnTo>
                  <a:pt x="4326" y="4318"/>
                </a:lnTo>
                <a:lnTo>
                  <a:pt x="4278" y="4316"/>
                </a:lnTo>
                <a:lnTo>
                  <a:pt x="4228" y="4310"/>
                </a:lnTo>
                <a:lnTo>
                  <a:pt x="4228" y="4310"/>
                </a:lnTo>
                <a:lnTo>
                  <a:pt x="4176" y="4302"/>
                </a:lnTo>
                <a:lnTo>
                  <a:pt x="4126" y="4294"/>
                </a:lnTo>
                <a:lnTo>
                  <a:pt x="4076" y="4282"/>
                </a:lnTo>
                <a:lnTo>
                  <a:pt x="4026" y="4270"/>
                </a:lnTo>
                <a:lnTo>
                  <a:pt x="3978" y="4256"/>
                </a:lnTo>
                <a:lnTo>
                  <a:pt x="3928" y="4240"/>
                </a:lnTo>
                <a:lnTo>
                  <a:pt x="3832" y="4206"/>
                </a:lnTo>
                <a:lnTo>
                  <a:pt x="3832" y="4206"/>
                </a:lnTo>
                <a:lnTo>
                  <a:pt x="3740" y="4170"/>
                </a:lnTo>
                <a:lnTo>
                  <a:pt x="3650" y="4130"/>
                </a:lnTo>
                <a:lnTo>
                  <a:pt x="3562" y="4088"/>
                </a:lnTo>
                <a:lnTo>
                  <a:pt x="3474" y="4042"/>
                </a:lnTo>
                <a:lnTo>
                  <a:pt x="3386" y="3996"/>
                </a:lnTo>
                <a:lnTo>
                  <a:pt x="3302" y="3946"/>
                </a:lnTo>
                <a:lnTo>
                  <a:pt x="3216" y="3896"/>
                </a:lnTo>
                <a:lnTo>
                  <a:pt x="3134" y="3844"/>
                </a:lnTo>
                <a:lnTo>
                  <a:pt x="3134" y="3844"/>
                </a:lnTo>
                <a:lnTo>
                  <a:pt x="3024" y="3772"/>
                </a:lnTo>
                <a:lnTo>
                  <a:pt x="2916" y="3698"/>
                </a:lnTo>
                <a:lnTo>
                  <a:pt x="2808" y="3622"/>
                </a:lnTo>
                <a:lnTo>
                  <a:pt x="2704" y="3544"/>
                </a:lnTo>
                <a:lnTo>
                  <a:pt x="2600" y="3464"/>
                </a:lnTo>
                <a:lnTo>
                  <a:pt x="2498" y="3382"/>
                </a:lnTo>
                <a:lnTo>
                  <a:pt x="2396" y="3300"/>
                </a:lnTo>
                <a:lnTo>
                  <a:pt x="2296" y="3214"/>
                </a:lnTo>
                <a:lnTo>
                  <a:pt x="2296" y="3214"/>
                </a:lnTo>
                <a:lnTo>
                  <a:pt x="2180" y="3116"/>
                </a:lnTo>
                <a:lnTo>
                  <a:pt x="2180" y="3116"/>
                </a:lnTo>
                <a:lnTo>
                  <a:pt x="2220" y="3040"/>
                </a:lnTo>
                <a:lnTo>
                  <a:pt x="2256" y="2964"/>
                </a:lnTo>
                <a:lnTo>
                  <a:pt x="2256" y="2964"/>
                </a:lnTo>
                <a:lnTo>
                  <a:pt x="2272" y="2928"/>
                </a:lnTo>
                <a:lnTo>
                  <a:pt x="2286" y="2890"/>
                </a:lnTo>
                <a:lnTo>
                  <a:pt x="2300" y="2852"/>
                </a:lnTo>
                <a:lnTo>
                  <a:pt x="2312" y="2814"/>
                </a:lnTo>
                <a:lnTo>
                  <a:pt x="2322" y="2774"/>
                </a:lnTo>
                <a:lnTo>
                  <a:pt x="2330" y="2736"/>
                </a:lnTo>
                <a:lnTo>
                  <a:pt x="2334" y="2696"/>
                </a:lnTo>
                <a:lnTo>
                  <a:pt x="2338" y="2654"/>
                </a:lnTo>
                <a:lnTo>
                  <a:pt x="2338" y="2654"/>
                </a:lnTo>
                <a:lnTo>
                  <a:pt x="2340" y="2608"/>
                </a:lnTo>
                <a:lnTo>
                  <a:pt x="2336" y="2562"/>
                </a:lnTo>
                <a:lnTo>
                  <a:pt x="2330" y="2518"/>
                </a:lnTo>
                <a:lnTo>
                  <a:pt x="2320" y="2474"/>
                </a:lnTo>
                <a:lnTo>
                  <a:pt x="2306" y="2432"/>
                </a:lnTo>
                <a:lnTo>
                  <a:pt x="2288" y="2390"/>
                </a:lnTo>
                <a:lnTo>
                  <a:pt x="2266" y="2350"/>
                </a:lnTo>
                <a:lnTo>
                  <a:pt x="2242" y="2310"/>
                </a:lnTo>
                <a:lnTo>
                  <a:pt x="2242" y="2310"/>
                </a:lnTo>
                <a:lnTo>
                  <a:pt x="2216" y="2274"/>
                </a:lnTo>
                <a:lnTo>
                  <a:pt x="2188" y="2238"/>
                </a:lnTo>
                <a:lnTo>
                  <a:pt x="2158" y="2206"/>
                </a:lnTo>
                <a:lnTo>
                  <a:pt x="2126" y="2174"/>
                </a:lnTo>
                <a:lnTo>
                  <a:pt x="2092" y="2144"/>
                </a:lnTo>
                <a:lnTo>
                  <a:pt x="2058" y="2116"/>
                </a:lnTo>
                <a:lnTo>
                  <a:pt x="2022" y="2088"/>
                </a:lnTo>
                <a:lnTo>
                  <a:pt x="1986" y="2062"/>
                </a:lnTo>
                <a:lnTo>
                  <a:pt x="1986" y="2062"/>
                </a:lnTo>
                <a:lnTo>
                  <a:pt x="1932" y="2024"/>
                </a:lnTo>
                <a:lnTo>
                  <a:pt x="1878" y="1990"/>
                </a:lnTo>
                <a:lnTo>
                  <a:pt x="1824" y="1956"/>
                </a:lnTo>
                <a:lnTo>
                  <a:pt x="1768" y="1924"/>
                </a:lnTo>
                <a:lnTo>
                  <a:pt x="1712" y="1894"/>
                </a:lnTo>
                <a:lnTo>
                  <a:pt x="1654" y="1864"/>
                </a:lnTo>
                <a:lnTo>
                  <a:pt x="1596" y="1836"/>
                </a:lnTo>
                <a:lnTo>
                  <a:pt x="1538" y="1808"/>
                </a:lnTo>
                <a:lnTo>
                  <a:pt x="1538" y="1808"/>
                </a:lnTo>
                <a:lnTo>
                  <a:pt x="1346" y="1724"/>
                </a:lnTo>
                <a:lnTo>
                  <a:pt x="1156" y="1640"/>
                </a:lnTo>
                <a:lnTo>
                  <a:pt x="774" y="1474"/>
                </a:lnTo>
                <a:lnTo>
                  <a:pt x="774" y="1474"/>
                </a:lnTo>
                <a:lnTo>
                  <a:pt x="710" y="1446"/>
                </a:lnTo>
                <a:lnTo>
                  <a:pt x="646" y="1416"/>
                </a:lnTo>
                <a:lnTo>
                  <a:pt x="584" y="1384"/>
                </a:lnTo>
                <a:lnTo>
                  <a:pt x="524" y="1350"/>
                </a:lnTo>
                <a:lnTo>
                  <a:pt x="466" y="1312"/>
                </a:lnTo>
                <a:lnTo>
                  <a:pt x="410" y="1272"/>
                </a:lnTo>
                <a:lnTo>
                  <a:pt x="354" y="1230"/>
                </a:lnTo>
                <a:lnTo>
                  <a:pt x="302" y="1184"/>
                </a:lnTo>
                <a:lnTo>
                  <a:pt x="302" y="1184"/>
                </a:lnTo>
                <a:lnTo>
                  <a:pt x="262" y="1144"/>
                </a:lnTo>
                <a:lnTo>
                  <a:pt x="224" y="1104"/>
                </a:lnTo>
                <a:lnTo>
                  <a:pt x="188" y="1062"/>
                </a:lnTo>
                <a:lnTo>
                  <a:pt x="158" y="1020"/>
                </a:lnTo>
                <a:lnTo>
                  <a:pt x="128" y="976"/>
                </a:lnTo>
                <a:lnTo>
                  <a:pt x="102" y="930"/>
                </a:lnTo>
                <a:lnTo>
                  <a:pt x="80" y="884"/>
                </a:lnTo>
                <a:lnTo>
                  <a:pt x="58" y="838"/>
                </a:lnTo>
                <a:lnTo>
                  <a:pt x="42" y="790"/>
                </a:lnTo>
                <a:lnTo>
                  <a:pt x="28" y="740"/>
                </a:lnTo>
                <a:lnTo>
                  <a:pt x="16" y="688"/>
                </a:lnTo>
                <a:lnTo>
                  <a:pt x="8" y="636"/>
                </a:lnTo>
                <a:lnTo>
                  <a:pt x="2" y="584"/>
                </a:lnTo>
                <a:lnTo>
                  <a:pt x="0" y="530"/>
                </a:lnTo>
                <a:lnTo>
                  <a:pt x="0" y="474"/>
                </a:lnTo>
                <a:lnTo>
                  <a:pt x="4" y="418"/>
                </a:lnTo>
                <a:lnTo>
                  <a:pt x="4" y="418"/>
                </a:lnTo>
                <a:lnTo>
                  <a:pt x="10" y="366"/>
                </a:lnTo>
                <a:lnTo>
                  <a:pt x="18" y="314"/>
                </a:lnTo>
                <a:lnTo>
                  <a:pt x="30" y="262"/>
                </a:lnTo>
                <a:lnTo>
                  <a:pt x="42" y="212"/>
                </a:lnTo>
                <a:lnTo>
                  <a:pt x="58" y="162"/>
                </a:lnTo>
                <a:lnTo>
                  <a:pt x="76" y="112"/>
                </a:lnTo>
                <a:lnTo>
                  <a:pt x="94" y="64"/>
                </a:lnTo>
                <a:lnTo>
                  <a:pt x="118" y="16"/>
                </a:lnTo>
                <a:lnTo>
                  <a:pt x="118" y="16"/>
                </a:lnTo>
                <a:lnTo>
                  <a:pt x="122" y="0"/>
                </a:lnTo>
                <a:lnTo>
                  <a:pt x="122" y="0"/>
                </a:lnTo>
                <a:close/>
              </a:path>
            </a:pathLst>
          </a:custGeom>
          <a:solidFill>
            <a:schemeClr val="accent1"/>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1" name="Title 1"/>
          <p:cNvSpPr>
            <a:spLocks noGrp="1"/>
          </p:cNvSpPr>
          <p:nvPr>
            <p:ph type="ctrTitle" hasCustomPrompt="1"/>
          </p:nvPr>
        </p:nvSpPr>
        <p:spPr>
          <a:xfrm>
            <a:off x="407988" y="1358153"/>
            <a:ext cx="4774258" cy="147515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defRPr lang="en-US" sz="2600" b="0" dirty="0">
                <a:solidFill>
                  <a:schemeClr val="accent1"/>
                </a:solidFill>
              </a:defRPr>
            </a:lvl1pPr>
          </a:lstStyle>
          <a:p>
            <a:pPr marL="0" lvl="0"/>
            <a:r>
              <a:rPr lang="en-US"/>
              <a:t>Click to insert title</a:t>
            </a:r>
          </a:p>
        </p:txBody>
      </p:sp>
      <p:sp>
        <p:nvSpPr>
          <p:cNvPr id="12" name="Subtitle 2"/>
          <p:cNvSpPr>
            <a:spLocks noGrp="1"/>
          </p:cNvSpPr>
          <p:nvPr>
            <p:ph type="subTitle" idx="1" hasCustomPrompt="1"/>
          </p:nvPr>
        </p:nvSpPr>
        <p:spPr>
          <a:xfrm>
            <a:off x="407988" y="2976180"/>
            <a:ext cx="4774257"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lang="en-US" sz="1600" dirty="0">
                <a:solidFill>
                  <a:schemeClr val="accent1"/>
                </a:solidFill>
              </a:defRPr>
            </a:lvl1pPr>
          </a:lstStyle>
          <a:p>
            <a:pPr marL="0" lvl="0"/>
            <a:r>
              <a:rPr lang="en-US"/>
              <a:t>Click to insert presenter, location, and date</a:t>
            </a:r>
          </a:p>
        </p:txBody>
      </p:sp>
      <p:grpSp>
        <p:nvGrpSpPr>
          <p:cNvPr id="13" name="Group 14"/>
          <p:cNvGrpSpPr>
            <a:grpSpLocks noChangeAspect="1"/>
          </p:cNvGrpSpPr>
          <p:nvPr userDrawn="1"/>
        </p:nvGrpSpPr>
        <p:grpSpPr>
          <a:xfrm>
            <a:off x="416888" y="4537346"/>
            <a:ext cx="5040000" cy="1123654"/>
            <a:chOff x="728663" y="4465638"/>
            <a:chExt cx="5354637" cy="1193801"/>
          </a:xfrm>
        </p:grpSpPr>
        <p:sp>
          <p:nvSpPr>
            <p:cNvPr id="14"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6" name="Freeform 12"/>
            <p:cNvSpPr>
              <a:spLocks noEditPoints="1"/>
            </p:cNvSpPr>
            <p:nvPr userDrawn="1"/>
          </p:nvSpPr>
          <p:spPr bwMode="auto">
            <a:xfrm>
              <a:off x="728663" y="4483101"/>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7"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8"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9"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grpSp>
    </p:spTree>
    <p:extLst>
      <p:ext uri="{BB962C8B-B14F-4D97-AF65-F5344CB8AC3E}">
        <p14:creationId xmlns:p14="http://schemas.microsoft.com/office/powerpoint/2010/main" val="1098424076"/>
      </p:ext>
    </p:extLst>
  </p:cSld>
  <p:clrMapOvr>
    <a:masterClrMapping/>
  </p:clrMapOvr>
  <p:extLst>
    <p:ext uri="{DCECCB84-F9BA-43D5-87BE-67443E8EF086}">
      <p15:sldGuideLst xmlns:p15="http://schemas.microsoft.com/office/powerpoint/2012/main">
        <p15:guide id="1" orient="horz" pos="3339">
          <p15:clr>
            <a:srgbClr val="FBAE40"/>
          </p15:clr>
        </p15:guide>
        <p15:guide id="2" pos="257">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Title Slide 2">
    <p:spTree>
      <p:nvGrpSpPr>
        <p:cNvPr id="1" name=""/>
        <p:cNvGrpSpPr/>
        <p:nvPr/>
      </p:nvGrpSpPr>
      <p:grpSpPr>
        <a:xfrm>
          <a:off x="0" y="0"/>
          <a:ext cx="0" cy="0"/>
          <a:chOff x="0" y="0"/>
          <a:chExt cx="0" cy="0"/>
        </a:xfrm>
      </p:grpSpPr>
      <p:graphicFrame>
        <p:nvGraphicFramePr>
          <p:cNvPr id="9" name="Object 8"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9" name="Object 8"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6389" name="Freeform 5"/>
          <p:cNvSpPr>
            <a:spLocks/>
          </p:cNvSpPr>
          <p:nvPr userDrawn="1"/>
        </p:nvSpPr>
        <p:spPr bwMode="auto">
          <a:xfrm>
            <a:off x="1009650" y="0"/>
            <a:ext cx="11182350" cy="6858000"/>
          </a:xfrm>
          <a:custGeom>
            <a:avLst/>
            <a:gdLst/>
            <a:ahLst/>
            <a:cxnLst>
              <a:cxn ang="0">
                <a:pos x="0" y="0"/>
              </a:cxn>
              <a:cxn ang="0">
                <a:pos x="7044" y="0"/>
              </a:cxn>
              <a:cxn ang="0">
                <a:pos x="7044" y="4320"/>
              </a:cxn>
              <a:cxn ang="0">
                <a:pos x="7040" y="4320"/>
              </a:cxn>
              <a:cxn ang="0">
                <a:pos x="4170" y="4320"/>
              </a:cxn>
              <a:cxn ang="0">
                <a:pos x="4150" y="4318"/>
              </a:cxn>
              <a:cxn ang="0">
                <a:pos x="4132" y="4308"/>
              </a:cxn>
              <a:cxn ang="0">
                <a:pos x="3522" y="3806"/>
              </a:cxn>
              <a:cxn ang="0">
                <a:pos x="3468" y="3760"/>
              </a:cxn>
              <a:cxn ang="0">
                <a:pos x="3416" y="3714"/>
              </a:cxn>
              <a:cxn ang="0">
                <a:pos x="3492" y="3568"/>
              </a:cxn>
              <a:cxn ang="0">
                <a:pos x="3522" y="3504"/>
              </a:cxn>
              <a:cxn ang="0">
                <a:pos x="3578" y="3378"/>
              </a:cxn>
              <a:cxn ang="0">
                <a:pos x="3622" y="3248"/>
              </a:cxn>
              <a:cxn ang="0">
                <a:pos x="3652" y="3116"/>
              </a:cxn>
              <a:cxn ang="0">
                <a:pos x="3664" y="3046"/>
              </a:cxn>
              <a:cxn ang="0">
                <a:pos x="3670" y="2964"/>
              </a:cxn>
              <a:cxn ang="0">
                <a:pos x="3670" y="2884"/>
              </a:cxn>
              <a:cxn ang="0">
                <a:pos x="3662" y="2802"/>
              </a:cxn>
              <a:cxn ang="0">
                <a:pos x="3648" y="2722"/>
              </a:cxn>
              <a:cxn ang="0">
                <a:pos x="3632" y="2666"/>
              </a:cxn>
              <a:cxn ang="0">
                <a:pos x="3590" y="2560"/>
              </a:cxn>
              <a:cxn ang="0">
                <a:pos x="3536" y="2460"/>
              </a:cxn>
              <a:cxn ang="0">
                <a:pos x="3470" y="2366"/>
              </a:cxn>
              <a:cxn ang="0">
                <a:pos x="3434" y="2322"/>
              </a:cxn>
              <a:cxn ang="0">
                <a:pos x="3338" y="2220"/>
              </a:cxn>
              <a:cxn ang="0">
                <a:pos x="3236" y="2130"/>
              </a:cxn>
              <a:cxn ang="0">
                <a:pos x="3126" y="2046"/>
              </a:cxn>
              <a:cxn ang="0">
                <a:pos x="3012" y="1966"/>
              </a:cxn>
              <a:cxn ang="0">
                <a:pos x="2932" y="1916"/>
              </a:cxn>
              <a:cxn ang="0">
                <a:pos x="2766" y="1818"/>
              </a:cxn>
              <a:cxn ang="0">
                <a:pos x="2598" y="1728"/>
              </a:cxn>
              <a:cxn ang="0">
                <a:pos x="2340" y="1602"/>
              </a:cxn>
              <a:cxn ang="0">
                <a:pos x="2198" y="1536"/>
              </a:cxn>
              <a:cxn ang="0">
                <a:pos x="1772" y="1348"/>
              </a:cxn>
              <a:cxn ang="0">
                <a:pos x="1200" y="1106"/>
              </a:cxn>
              <a:cxn ang="0">
                <a:pos x="1118" y="1070"/>
              </a:cxn>
              <a:cxn ang="0">
                <a:pos x="954" y="994"/>
              </a:cxn>
              <a:cxn ang="0">
                <a:pos x="798" y="908"/>
              </a:cxn>
              <a:cxn ang="0">
                <a:pos x="646" y="814"/>
              </a:cxn>
              <a:cxn ang="0">
                <a:pos x="572" y="760"/>
              </a:cxn>
              <a:cxn ang="0">
                <a:pos x="448" y="658"/>
              </a:cxn>
              <a:cxn ang="0">
                <a:pos x="332" y="548"/>
              </a:cxn>
              <a:cxn ang="0">
                <a:pos x="228" y="426"/>
              </a:cxn>
              <a:cxn ang="0">
                <a:pos x="136" y="292"/>
              </a:cxn>
              <a:cxn ang="0">
                <a:pos x="94" y="222"/>
              </a:cxn>
              <a:cxn ang="0">
                <a:pos x="58" y="150"/>
              </a:cxn>
              <a:cxn ang="0">
                <a:pos x="28" y="76"/>
              </a:cxn>
              <a:cxn ang="0">
                <a:pos x="0" y="0"/>
              </a:cxn>
            </a:cxnLst>
            <a:rect l="0" t="0" r="r" b="b"/>
            <a:pathLst>
              <a:path w="7044" h="4320">
                <a:moveTo>
                  <a:pt x="0" y="0"/>
                </a:moveTo>
                <a:lnTo>
                  <a:pt x="0" y="0"/>
                </a:lnTo>
                <a:lnTo>
                  <a:pt x="7044" y="0"/>
                </a:lnTo>
                <a:lnTo>
                  <a:pt x="7044" y="0"/>
                </a:lnTo>
                <a:lnTo>
                  <a:pt x="7044" y="4320"/>
                </a:lnTo>
                <a:lnTo>
                  <a:pt x="7044" y="4320"/>
                </a:lnTo>
                <a:lnTo>
                  <a:pt x="7040" y="4320"/>
                </a:lnTo>
                <a:lnTo>
                  <a:pt x="7040" y="4320"/>
                </a:lnTo>
                <a:lnTo>
                  <a:pt x="4170" y="4320"/>
                </a:lnTo>
                <a:lnTo>
                  <a:pt x="4170" y="4320"/>
                </a:lnTo>
                <a:lnTo>
                  <a:pt x="4160" y="4320"/>
                </a:lnTo>
                <a:lnTo>
                  <a:pt x="4150" y="4318"/>
                </a:lnTo>
                <a:lnTo>
                  <a:pt x="4140" y="4314"/>
                </a:lnTo>
                <a:lnTo>
                  <a:pt x="4132" y="4308"/>
                </a:lnTo>
                <a:lnTo>
                  <a:pt x="4132" y="4308"/>
                </a:lnTo>
                <a:lnTo>
                  <a:pt x="3522" y="3806"/>
                </a:lnTo>
                <a:lnTo>
                  <a:pt x="3522" y="3806"/>
                </a:lnTo>
                <a:lnTo>
                  <a:pt x="3468" y="3760"/>
                </a:lnTo>
                <a:lnTo>
                  <a:pt x="3416" y="3714"/>
                </a:lnTo>
                <a:lnTo>
                  <a:pt x="3416" y="3714"/>
                </a:lnTo>
                <a:lnTo>
                  <a:pt x="3454" y="3640"/>
                </a:lnTo>
                <a:lnTo>
                  <a:pt x="3492" y="3568"/>
                </a:lnTo>
                <a:lnTo>
                  <a:pt x="3492" y="3568"/>
                </a:lnTo>
                <a:lnTo>
                  <a:pt x="3522" y="3504"/>
                </a:lnTo>
                <a:lnTo>
                  <a:pt x="3552" y="3442"/>
                </a:lnTo>
                <a:lnTo>
                  <a:pt x="3578" y="3378"/>
                </a:lnTo>
                <a:lnTo>
                  <a:pt x="3600" y="3314"/>
                </a:lnTo>
                <a:lnTo>
                  <a:pt x="3622" y="3248"/>
                </a:lnTo>
                <a:lnTo>
                  <a:pt x="3638" y="3182"/>
                </a:lnTo>
                <a:lnTo>
                  <a:pt x="3652" y="3116"/>
                </a:lnTo>
                <a:lnTo>
                  <a:pt x="3664" y="3046"/>
                </a:lnTo>
                <a:lnTo>
                  <a:pt x="3664" y="3046"/>
                </a:lnTo>
                <a:lnTo>
                  <a:pt x="3668" y="3006"/>
                </a:lnTo>
                <a:lnTo>
                  <a:pt x="3670" y="2964"/>
                </a:lnTo>
                <a:lnTo>
                  <a:pt x="3670" y="2924"/>
                </a:lnTo>
                <a:lnTo>
                  <a:pt x="3670" y="2884"/>
                </a:lnTo>
                <a:lnTo>
                  <a:pt x="3666" y="2844"/>
                </a:lnTo>
                <a:lnTo>
                  <a:pt x="3662" y="2802"/>
                </a:lnTo>
                <a:lnTo>
                  <a:pt x="3656" y="2762"/>
                </a:lnTo>
                <a:lnTo>
                  <a:pt x="3648" y="2722"/>
                </a:lnTo>
                <a:lnTo>
                  <a:pt x="3648" y="2722"/>
                </a:lnTo>
                <a:lnTo>
                  <a:pt x="3632" y="2666"/>
                </a:lnTo>
                <a:lnTo>
                  <a:pt x="3612" y="2612"/>
                </a:lnTo>
                <a:lnTo>
                  <a:pt x="3590" y="2560"/>
                </a:lnTo>
                <a:lnTo>
                  <a:pt x="3564" y="2508"/>
                </a:lnTo>
                <a:lnTo>
                  <a:pt x="3536" y="2460"/>
                </a:lnTo>
                <a:lnTo>
                  <a:pt x="3504" y="2412"/>
                </a:lnTo>
                <a:lnTo>
                  <a:pt x="3470" y="2366"/>
                </a:lnTo>
                <a:lnTo>
                  <a:pt x="3434" y="2322"/>
                </a:lnTo>
                <a:lnTo>
                  <a:pt x="3434" y="2322"/>
                </a:lnTo>
                <a:lnTo>
                  <a:pt x="3388" y="2270"/>
                </a:lnTo>
                <a:lnTo>
                  <a:pt x="3338" y="2220"/>
                </a:lnTo>
                <a:lnTo>
                  <a:pt x="3288" y="2174"/>
                </a:lnTo>
                <a:lnTo>
                  <a:pt x="3236" y="2130"/>
                </a:lnTo>
                <a:lnTo>
                  <a:pt x="3182" y="2086"/>
                </a:lnTo>
                <a:lnTo>
                  <a:pt x="3126" y="2046"/>
                </a:lnTo>
                <a:lnTo>
                  <a:pt x="3070" y="2006"/>
                </a:lnTo>
                <a:lnTo>
                  <a:pt x="3012" y="1966"/>
                </a:lnTo>
                <a:lnTo>
                  <a:pt x="3012" y="1966"/>
                </a:lnTo>
                <a:lnTo>
                  <a:pt x="2932" y="1916"/>
                </a:lnTo>
                <a:lnTo>
                  <a:pt x="2850" y="1866"/>
                </a:lnTo>
                <a:lnTo>
                  <a:pt x="2766" y="1818"/>
                </a:lnTo>
                <a:lnTo>
                  <a:pt x="2682" y="1772"/>
                </a:lnTo>
                <a:lnTo>
                  <a:pt x="2598" y="1728"/>
                </a:lnTo>
                <a:lnTo>
                  <a:pt x="2512" y="1686"/>
                </a:lnTo>
                <a:lnTo>
                  <a:pt x="2340" y="1602"/>
                </a:lnTo>
                <a:lnTo>
                  <a:pt x="2340" y="1602"/>
                </a:lnTo>
                <a:lnTo>
                  <a:pt x="2198" y="1536"/>
                </a:lnTo>
                <a:lnTo>
                  <a:pt x="2056" y="1472"/>
                </a:lnTo>
                <a:lnTo>
                  <a:pt x="1772" y="1348"/>
                </a:lnTo>
                <a:lnTo>
                  <a:pt x="1486" y="1226"/>
                </a:lnTo>
                <a:lnTo>
                  <a:pt x="1200" y="1106"/>
                </a:lnTo>
                <a:lnTo>
                  <a:pt x="1200" y="1106"/>
                </a:lnTo>
                <a:lnTo>
                  <a:pt x="1118" y="1070"/>
                </a:lnTo>
                <a:lnTo>
                  <a:pt x="1036" y="1034"/>
                </a:lnTo>
                <a:lnTo>
                  <a:pt x="954" y="994"/>
                </a:lnTo>
                <a:lnTo>
                  <a:pt x="876" y="952"/>
                </a:lnTo>
                <a:lnTo>
                  <a:pt x="798" y="908"/>
                </a:lnTo>
                <a:lnTo>
                  <a:pt x="720" y="862"/>
                </a:lnTo>
                <a:lnTo>
                  <a:pt x="646" y="814"/>
                </a:lnTo>
                <a:lnTo>
                  <a:pt x="572" y="760"/>
                </a:lnTo>
                <a:lnTo>
                  <a:pt x="572" y="760"/>
                </a:lnTo>
                <a:lnTo>
                  <a:pt x="508" y="710"/>
                </a:lnTo>
                <a:lnTo>
                  <a:pt x="448" y="658"/>
                </a:lnTo>
                <a:lnTo>
                  <a:pt x="388" y="604"/>
                </a:lnTo>
                <a:lnTo>
                  <a:pt x="332" y="548"/>
                </a:lnTo>
                <a:lnTo>
                  <a:pt x="278" y="488"/>
                </a:lnTo>
                <a:lnTo>
                  <a:pt x="228" y="426"/>
                </a:lnTo>
                <a:lnTo>
                  <a:pt x="180" y="360"/>
                </a:lnTo>
                <a:lnTo>
                  <a:pt x="136" y="292"/>
                </a:lnTo>
                <a:lnTo>
                  <a:pt x="136" y="292"/>
                </a:lnTo>
                <a:lnTo>
                  <a:pt x="94" y="222"/>
                </a:lnTo>
                <a:lnTo>
                  <a:pt x="76" y="186"/>
                </a:lnTo>
                <a:lnTo>
                  <a:pt x="58" y="150"/>
                </a:lnTo>
                <a:lnTo>
                  <a:pt x="42" y="114"/>
                </a:lnTo>
                <a:lnTo>
                  <a:pt x="28" y="76"/>
                </a:lnTo>
                <a:lnTo>
                  <a:pt x="14" y="38"/>
                </a:lnTo>
                <a:lnTo>
                  <a:pt x="0" y="0"/>
                </a:lnTo>
                <a:lnTo>
                  <a:pt x="0" y="0"/>
                </a:lnTo>
                <a:close/>
              </a:path>
            </a:pathLst>
          </a:custGeom>
          <a:solidFill>
            <a:schemeClr val="tx2"/>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grpSp>
        <p:nvGrpSpPr>
          <p:cNvPr id="15" name="Group 14"/>
          <p:cNvGrpSpPr>
            <a:grpSpLocks noChangeAspect="1"/>
          </p:cNvGrpSpPr>
          <p:nvPr userDrawn="1"/>
        </p:nvGrpSpPr>
        <p:grpSpPr>
          <a:xfrm>
            <a:off x="416888" y="4537346"/>
            <a:ext cx="5040000" cy="1123654"/>
            <a:chOff x="728663" y="4465638"/>
            <a:chExt cx="5354637" cy="1193801"/>
          </a:xfrm>
        </p:grpSpPr>
        <p:sp>
          <p:nvSpPr>
            <p:cNvPr id="16"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7" name="Freeform 12"/>
            <p:cNvSpPr>
              <a:spLocks noEditPoints="1"/>
            </p:cNvSpPr>
            <p:nvPr userDrawn="1"/>
          </p:nvSpPr>
          <p:spPr bwMode="auto">
            <a:xfrm>
              <a:off x="728663" y="4483101"/>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8"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9"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0"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grpSp>
      <p:sp>
        <p:nvSpPr>
          <p:cNvPr id="22" name="Subtitle 2"/>
          <p:cNvSpPr>
            <a:spLocks noGrp="1"/>
          </p:cNvSpPr>
          <p:nvPr>
            <p:ph type="subTitle" idx="1" hasCustomPrompt="1"/>
          </p:nvPr>
        </p:nvSpPr>
        <p:spPr>
          <a:xfrm>
            <a:off x="5665976" y="1690688"/>
            <a:ext cx="6234859" cy="11260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bg1"/>
                </a:solidFill>
              </a:defRPr>
            </a:lvl1pPr>
          </a:lstStyle>
          <a:p>
            <a:pPr marL="0" lvl="0"/>
            <a:r>
              <a:rPr lang="en-US"/>
              <a:t>Click to insert presenter, location, and date</a:t>
            </a:r>
          </a:p>
        </p:txBody>
      </p:sp>
      <p:sp>
        <p:nvSpPr>
          <p:cNvPr id="2" name="Titre 1"/>
          <p:cNvSpPr>
            <a:spLocks noGrp="1"/>
          </p:cNvSpPr>
          <p:nvPr>
            <p:ph type="title" hasCustomPrompt="1"/>
          </p:nvPr>
        </p:nvSpPr>
        <p:spPr>
          <a:xfrm>
            <a:off x="5655320" y="622300"/>
            <a:ext cx="6260455" cy="1068388"/>
          </a:xfrm>
          <a:prstGeom prst="rect">
            <a:avLst/>
          </a:prstGeom>
        </p:spPr>
        <p:txBody>
          <a:bodyPr lIns="0" anchor="b"/>
          <a:lstStyle>
            <a:lvl1pPr>
              <a:defRPr sz="2600">
                <a:solidFill>
                  <a:schemeClr val="accent2"/>
                </a:solidFill>
              </a:defRPr>
            </a:lvl1pPr>
          </a:lstStyle>
          <a:p>
            <a:r>
              <a:rPr lang="en-US"/>
              <a:t>Click to insert title</a:t>
            </a:r>
          </a:p>
        </p:txBody>
      </p:sp>
    </p:spTree>
    <p:extLst>
      <p:ext uri="{BB962C8B-B14F-4D97-AF65-F5344CB8AC3E}">
        <p14:creationId xmlns:p14="http://schemas.microsoft.com/office/powerpoint/2010/main" val="3450125348"/>
      </p:ext>
    </p:extLst>
  </p:cSld>
  <p:clrMapOvr>
    <a:masterClrMapping/>
  </p:clrMapOvr>
  <p:extLst>
    <p:ext uri="{DCECCB84-F9BA-43D5-87BE-67443E8EF086}">
      <p15:sldGuideLst xmlns:p15="http://schemas.microsoft.com/office/powerpoint/2012/main">
        <p15:guide id="1" orient="horz" pos="3339">
          <p15:clr>
            <a:srgbClr val="FBAE40"/>
          </p15:clr>
        </p15:guide>
        <p15:guide id="2" pos="257">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Title Slide 3">
    <p:bg>
      <p:bgPr>
        <a:solidFill>
          <a:srgbClr val="E6E7E7"/>
        </a:solidFill>
        <a:effectLst/>
      </p:bgPr>
    </p:bg>
    <p:spTree>
      <p:nvGrpSpPr>
        <p:cNvPr id="1" name=""/>
        <p:cNvGrpSpPr/>
        <p:nvPr/>
      </p:nvGrpSpPr>
      <p:grpSpPr>
        <a:xfrm>
          <a:off x="0" y="0"/>
          <a:ext cx="0" cy="0"/>
          <a:chOff x="0" y="0"/>
          <a:chExt cx="0" cy="0"/>
        </a:xfrm>
      </p:grpSpPr>
      <p:graphicFrame>
        <p:nvGraphicFramePr>
          <p:cNvPr id="16" name="Object 15"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16" name="Object 15"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246" name="Freeform 6"/>
          <p:cNvSpPr>
            <a:spLocks/>
          </p:cNvSpPr>
          <p:nvPr userDrawn="1"/>
        </p:nvSpPr>
        <p:spPr bwMode="auto">
          <a:xfrm>
            <a:off x="3771900" y="1847851"/>
            <a:ext cx="8420100" cy="5010150"/>
          </a:xfrm>
          <a:custGeom>
            <a:avLst/>
            <a:gdLst/>
            <a:ahLst/>
            <a:cxnLst>
              <a:cxn ang="0">
                <a:pos x="5302" y="3130"/>
              </a:cxn>
              <a:cxn ang="0">
                <a:pos x="5302" y="994"/>
              </a:cxn>
              <a:cxn ang="0">
                <a:pos x="5302" y="982"/>
              </a:cxn>
              <a:cxn ang="0">
                <a:pos x="5302" y="966"/>
              </a:cxn>
              <a:cxn ang="0">
                <a:pos x="5298" y="962"/>
              </a:cxn>
              <a:cxn ang="0">
                <a:pos x="5284" y="968"/>
              </a:cxn>
              <a:cxn ang="0">
                <a:pos x="5234" y="992"/>
              </a:cxn>
              <a:cxn ang="0">
                <a:pos x="5132" y="1030"/>
              </a:cxn>
              <a:cxn ang="0">
                <a:pos x="5080" y="1044"/>
              </a:cxn>
              <a:cxn ang="0">
                <a:pos x="4944" y="1076"/>
              </a:cxn>
              <a:cxn ang="0">
                <a:pos x="4806" y="1094"/>
              </a:cxn>
              <a:cxn ang="0">
                <a:pos x="4668" y="1104"/>
              </a:cxn>
              <a:cxn ang="0">
                <a:pos x="4528" y="1102"/>
              </a:cxn>
              <a:cxn ang="0">
                <a:pos x="4436" y="1098"/>
              </a:cxn>
              <a:cxn ang="0">
                <a:pos x="4254" y="1080"/>
              </a:cxn>
              <a:cxn ang="0">
                <a:pos x="4074" y="1054"/>
              </a:cxn>
              <a:cxn ang="0">
                <a:pos x="3894" y="1018"/>
              </a:cxn>
              <a:cxn ang="0">
                <a:pos x="3806" y="996"/>
              </a:cxn>
              <a:cxn ang="0">
                <a:pos x="3518" y="918"/>
              </a:cxn>
              <a:cxn ang="0">
                <a:pos x="3236" y="828"/>
              </a:cxn>
              <a:cxn ang="0">
                <a:pos x="2956" y="724"/>
              </a:cxn>
              <a:cxn ang="0">
                <a:pos x="2680" y="612"/>
              </a:cxn>
              <a:cxn ang="0">
                <a:pos x="2522" y="544"/>
              </a:cxn>
              <a:cxn ang="0">
                <a:pos x="2210" y="402"/>
              </a:cxn>
              <a:cxn ang="0">
                <a:pos x="1902" y="250"/>
              </a:cxn>
              <a:cxn ang="0">
                <a:pos x="1596" y="92"/>
              </a:cxn>
              <a:cxn ang="0">
                <a:pos x="1446" y="10"/>
              </a:cxn>
              <a:cxn ang="0">
                <a:pos x="1434" y="4"/>
              </a:cxn>
              <a:cxn ang="0">
                <a:pos x="1432" y="0"/>
              </a:cxn>
              <a:cxn ang="0">
                <a:pos x="1424" y="0"/>
              </a:cxn>
              <a:cxn ang="0">
                <a:pos x="1286" y="88"/>
              </a:cxn>
              <a:cxn ang="0">
                <a:pos x="1132" y="194"/>
              </a:cxn>
              <a:cxn ang="0">
                <a:pos x="982" y="304"/>
              </a:cxn>
              <a:cxn ang="0">
                <a:pos x="838" y="422"/>
              </a:cxn>
              <a:cxn ang="0">
                <a:pos x="702" y="548"/>
              </a:cxn>
              <a:cxn ang="0">
                <a:pos x="660" y="592"/>
              </a:cxn>
              <a:cxn ang="0">
                <a:pos x="578" y="678"/>
              </a:cxn>
              <a:cxn ang="0">
                <a:pos x="500" y="768"/>
              </a:cxn>
              <a:cxn ang="0">
                <a:pos x="428" y="862"/>
              </a:cxn>
              <a:cxn ang="0">
                <a:pos x="360" y="958"/>
              </a:cxn>
              <a:cxn ang="0">
                <a:pos x="296" y="1058"/>
              </a:cxn>
              <a:cxn ang="0">
                <a:pos x="240" y="1162"/>
              </a:cxn>
              <a:cxn ang="0">
                <a:pos x="188" y="1270"/>
              </a:cxn>
              <a:cxn ang="0">
                <a:pos x="164" y="1326"/>
              </a:cxn>
              <a:cxn ang="0">
                <a:pos x="114" y="1460"/>
              </a:cxn>
              <a:cxn ang="0">
                <a:pos x="72" y="1596"/>
              </a:cxn>
              <a:cxn ang="0">
                <a:pos x="42" y="1736"/>
              </a:cxn>
              <a:cxn ang="0">
                <a:pos x="18" y="1876"/>
              </a:cxn>
              <a:cxn ang="0">
                <a:pos x="10" y="1958"/>
              </a:cxn>
              <a:cxn ang="0">
                <a:pos x="4" y="2038"/>
              </a:cxn>
              <a:cxn ang="0">
                <a:pos x="2" y="2052"/>
              </a:cxn>
              <a:cxn ang="0">
                <a:pos x="0" y="2054"/>
              </a:cxn>
              <a:cxn ang="0">
                <a:pos x="0" y="2312"/>
              </a:cxn>
              <a:cxn ang="0">
                <a:pos x="6" y="2330"/>
              </a:cxn>
              <a:cxn ang="0">
                <a:pos x="6" y="2350"/>
              </a:cxn>
              <a:cxn ang="0">
                <a:pos x="26" y="2552"/>
              </a:cxn>
              <a:cxn ang="0">
                <a:pos x="56" y="2752"/>
              </a:cxn>
              <a:cxn ang="0">
                <a:pos x="100" y="2950"/>
              </a:cxn>
              <a:cxn ang="0">
                <a:pos x="150" y="3148"/>
              </a:cxn>
              <a:cxn ang="0">
                <a:pos x="154" y="3156"/>
              </a:cxn>
              <a:cxn ang="0">
                <a:pos x="5304" y="3156"/>
              </a:cxn>
              <a:cxn ang="0">
                <a:pos x="5302" y="3130"/>
              </a:cxn>
            </a:cxnLst>
            <a:rect l="0" t="0" r="r" b="b"/>
            <a:pathLst>
              <a:path w="5304" h="3156">
                <a:moveTo>
                  <a:pt x="5302" y="3130"/>
                </a:moveTo>
                <a:lnTo>
                  <a:pt x="5302" y="3130"/>
                </a:lnTo>
                <a:lnTo>
                  <a:pt x="5302" y="994"/>
                </a:lnTo>
                <a:lnTo>
                  <a:pt x="5302" y="994"/>
                </a:lnTo>
                <a:lnTo>
                  <a:pt x="5302" y="982"/>
                </a:lnTo>
                <a:lnTo>
                  <a:pt x="5302" y="982"/>
                </a:lnTo>
                <a:lnTo>
                  <a:pt x="5302" y="968"/>
                </a:lnTo>
                <a:lnTo>
                  <a:pt x="5302" y="966"/>
                </a:lnTo>
                <a:lnTo>
                  <a:pt x="5300" y="964"/>
                </a:lnTo>
                <a:lnTo>
                  <a:pt x="5298" y="962"/>
                </a:lnTo>
                <a:lnTo>
                  <a:pt x="5294" y="964"/>
                </a:lnTo>
                <a:lnTo>
                  <a:pt x="5284" y="968"/>
                </a:lnTo>
                <a:lnTo>
                  <a:pt x="5284" y="968"/>
                </a:lnTo>
                <a:lnTo>
                  <a:pt x="5234" y="992"/>
                </a:lnTo>
                <a:lnTo>
                  <a:pt x="5184" y="1012"/>
                </a:lnTo>
                <a:lnTo>
                  <a:pt x="5132" y="1030"/>
                </a:lnTo>
                <a:lnTo>
                  <a:pt x="5080" y="1044"/>
                </a:lnTo>
                <a:lnTo>
                  <a:pt x="5080" y="1044"/>
                </a:lnTo>
                <a:lnTo>
                  <a:pt x="5012" y="1062"/>
                </a:lnTo>
                <a:lnTo>
                  <a:pt x="4944" y="1076"/>
                </a:lnTo>
                <a:lnTo>
                  <a:pt x="4876" y="1086"/>
                </a:lnTo>
                <a:lnTo>
                  <a:pt x="4806" y="1094"/>
                </a:lnTo>
                <a:lnTo>
                  <a:pt x="4736" y="1100"/>
                </a:lnTo>
                <a:lnTo>
                  <a:pt x="4668" y="1104"/>
                </a:lnTo>
                <a:lnTo>
                  <a:pt x="4598" y="1104"/>
                </a:lnTo>
                <a:lnTo>
                  <a:pt x="4528" y="1102"/>
                </a:lnTo>
                <a:lnTo>
                  <a:pt x="4528" y="1102"/>
                </a:lnTo>
                <a:lnTo>
                  <a:pt x="4436" y="1098"/>
                </a:lnTo>
                <a:lnTo>
                  <a:pt x="4344" y="1090"/>
                </a:lnTo>
                <a:lnTo>
                  <a:pt x="4254" y="1080"/>
                </a:lnTo>
                <a:lnTo>
                  <a:pt x="4164" y="1068"/>
                </a:lnTo>
                <a:lnTo>
                  <a:pt x="4074" y="1054"/>
                </a:lnTo>
                <a:lnTo>
                  <a:pt x="3984" y="1036"/>
                </a:lnTo>
                <a:lnTo>
                  <a:pt x="3894" y="1018"/>
                </a:lnTo>
                <a:lnTo>
                  <a:pt x="3806" y="996"/>
                </a:lnTo>
                <a:lnTo>
                  <a:pt x="3806" y="996"/>
                </a:lnTo>
                <a:lnTo>
                  <a:pt x="3660" y="960"/>
                </a:lnTo>
                <a:lnTo>
                  <a:pt x="3518" y="918"/>
                </a:lnTo>
                <a:lnTo>
                  <a:pt x="3376" y="874"/>
                </a:lnTo>
                <a:lnTo>
                  <a:pt x="3236" y="828"/>
                </a:lnTo>
                <a:lnTo>
                  <a:pt x="3096" y="778"/>
                </a:lnTo>
                <a:lnTo>
                  <a:pt x="2956" y="724"/>
                </a:lnTo>
                <a:lnTo>
                  <a:pt x="2818" y="670"/>
                </a:lnTo>
                <a:lnTo>
                  <a:pt x="2680" y="612"/>
                </a:lnTo>
                <a:lnTo>
                  <a:pt x="2680" y="612"/>
                </a:lnTo>
                <a:lnTo>
                  <a:pt x="2522" y="544"/>
                </a:lnTo>
                <a:lnTo>
                  <a:pt x="2366" y="474"/>
                </a:lnTo>
                <a:lnTo>
                  <a:pt x="2210" y="402"/>
                </a:lnTo>
                <a:lnTo>
                  <a:pt x="2056" y="326"/>
                </a:lnTo>
                <a:lnTo>
                  <a:pt x="1902" y="250"/>
                </a:lnTo>
                <a:lnTo>
                  <a:pt x="1748" y="172"/>
                </a:lnTo>
                <a:lnTo>
                  <a:pt x="1596" y="92"/>
                </a:lnTo>
                <a:lnTo>
                  <a:pt x="1446" y="10"/>
                </a:lnTo>
                <a:lnTo>
                  <a:pt x="1446" y="10"/>
                </a:lnTo>
                <a:lnTo>
                  <a:pt x="1438" y="6"/>
                </a:lnTo>
                <a:lnTo>
                  <a:pt x="1434" y="4"/>
                </a:lnTo>
                <a:lnTo>
                  <a:pt x="1432" y="0"/>
                </a:lnTo>
                <a:lnTo>
                  <a:pt x="1432" y="0"/>
                </a:lnTo>
                <a:lnTo>
                  <a:pt x="1424" y="0"/>
                </a:lnTo>
                <a:lnTo>
                  <a:pt x="1424" y="0"/>
                </a:lnTo>
                <a:lnTo>
                  <a:pt x="1286" y="88"/>
                </a:lnTo>
                <a:lnTo>
                  <a:pt x="1286" y="88"/>
                </a:lnTo>
                <a:lnTo>
                  <a:pt x="1208" y="140"/>
                </a:lnTo>
                <a:lnTo>
                  <a:pt x="1132" y="194"/>
                </a:lnTo>
                <a:lnTo>
                  <a:pt x="1056" y="248"/>
                </a:lnTo>
                <a:lnTo>
                  <a:pt x="982" y="304"/>
                </a:lnTo>
                <a:lnTo>
                  <a:pt x="910" y="362"/>
                </a:lnTo>
                <a:lnTo>
                  <a:pt x="838" y="422"/>
                </a:lnTo>
                <a:lnTo>
                  <a:pt x="770" y="484"/>
                </a:lnTo>
                <a:lnTo>
                  <a:pt x="702" y="548"/>
                </a:lnTo>
                <a:lnTo>
                  <a:pt x="702" y="548"/>
                </a:lnTo>
                <a:lnTo>
                  <a:pt x="660" y="592"/>
                </a:lnTo>
                <a:lnTo>
                  <a:pt x="618" y="634"/>
                </a:lnTo>
                <a:lnTo>
                  <a:pt x="578" y="678"/>
                </a:lnTo>
                <a:lnTo>
                  <a:pt x="538" y="724"/>
                </a:lnTo>
                <a:lnTo>
                  <a:pt x="500" y="768"/>
                </a:lnTo>
                <a:lnTo>
                  <a:pt x="464" y="814"/>
                </a:lnTo>
                <a:lnTo>
                  <a:pt x="428" y="862"/>
                </a:lnTo>
                <a:lnTo>
                  <a:pt x="392" y="910"/>
                </a:lnTo>
                <a:lnTo>
                  <a:pt x="360" y="958"/>
                </a:lnTo>
                <a:lnTo>
                  <a:pt x="328" y="1008"/>
                </a:lnTo>
                <a:lnTo>
                  <a:pt x="296" y="1058"/>
                </a:lnTo>
                <a:lnTo>
                  <a:pt x="268" y="1110"/>
                </a:lnTo>
                <a:lnTo>
                  <a:pt x="240" y="1162"/>
                </a:lnTo>
                <a:lnTo>
                  <a:pt x="212" y="1216"/>
                </a:lnTo>
                <a:lnTo>
                  <a:pt x="188" y="1270"/>
                </a:lnTo>
                <a:lnTo>
                  <a:pt x="164" y="1326"/>
                </a:lnTo>
                <a:lnTo>
                  <a:pt x="164" y="1326"/>
                </a:lnTo>
                <a:lnTo>
                  <a:pt x="136" y="1392"/>
                </a:lnTo>
                <a:lnTo>
                  <a:pt x="114" y="1460"/>
                </a:lnTo>
                <a:lnTo>
                  <a:pt x="92" y="1528"/>
                </a:lnTo>
                <a:lnTo>
                  <a:pt x="72" y="1596"/>
                </a:lnTo>
                <a:lnTo>
                  <a:pt x="56" y="1666"/>
                </a:lnTo>
                <a:lnTo>
                  <a:pt x="42" y="1736"/>
                </a:lnTo>
                <a:lnTo>
                  <a:pt x="28" y="1806"/>
                </a:lnTo>
                <a:lnTo>
                  <a:pt x="18" y="1876"/>
                </a:lnTo>
                <a:lnTo>
                  <a:pt x="18" y="1876"/>
                </a:lnTo>
                <a:lnTo>
                  <a:pt x="10" y="1958"/>
                </a:lnTo>
                <a:lnTo>
                  <a:pt x="4" y="2038"/>
                </a:lnTo>
                <a:lnTo>
                  <a:pt x="4" y="2038"/>
                </a:lnTo>
                <a:lnTo>
                  <a:pt x="4" y="2048"/>
                </a:lnTo>
                <a:lnTo>
                  <a:pt x="2" y="2052"/>
                </a:lnTo>
                <a:lnTo>
                  <a:pt x="0" y="2054"/>
                </a:lnTo>
                <a:lnTo>
                  <a:pt x="0" y="2054"/>
                </a:lnTo>
                <a:lnTo>
                  <a:pt x="0" y="2312"/>
                </a:lnTo>
                <a:lnTo>
                  <a:pt x="0" y="2312"/>
                </a:lnTo>
                <a:lnTo>
                  <a:pt x="4" y="2320"/>
                </a:lnTo>
                <a:lnTo>
                  <a:pt x="6" y="2330"/>
                </a:lnTo>
                <a:lnTo>
                  <a:pt x="6" y="2350"/>
                </a:lnTo>
                <a:lnTo>
                  <a:pt x="6" y="2350"/>
                </a:lnTo>
                <a:lnTo>
                  <a:pt x="14" y="2452"/>
                </a:lnTo>
                <a:lnTo>
                  <a:pt x="26" y="2552"/>
                </a:lnTo>
                <a:lnTo>
                  <a:pt x="40" y="2652"/>
                </a:lnTo>
                <a:lnTo>
                  <a:pt x="56" y="2752"/>
                </a:lnTo>
                <a:lnTo>
                  <a:pt x="76" y="2852"/>
                </a:lnTo>
                <a:lnTo>
                  <a:pt x="100" y="2950"/>
                </a:lnTo>
                <a:lnTo>
                  <a:pt x="124" y="3050"/>
                </a:lnTo>
                <a:lnTo>
                  <a:pt x="150" y="3148"/>
                </a:lnTo>
                <a:lnTo>
                  <a:pt x="150" y="3148"/>
                </a:lnTo>
                <a:lnTo>
                  <a:pt x="154" y="3156"/>
                </a:lnTo>
                <a:lnTo>
                  <a:pt x="154" y="3156"/>
                </a:lnTo>
                <a:lnTo>
                  <a:pt x="5304" y="3156"/>
                </a:lnTo>
                <a:lnTo>
                  <a:pt x="5304" y="3156"/>
                </a:lnTo>
                <a:lnTo>
                  <a:pt x="5302" y="3130"/>
                </a:lnTo>
                <a:lnTo>
                  <a:pt x="5302" y="3130"/>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7" name="Title 1"/>
          <p:cNvSpPr>
            <a:spLocks noGrp="1"/>
          </p:cNvSpPr>
          <p:nvPr>
            <p:ph type="ctrTitle" hasCustomPrompt="1"/>
          </p:nvPr>
        </p:nvSpPr>
        <p:spPr>
          <a:xfrm>
            <a:off x="5016499" y="3644152"/>
            <a:ext cx="6899275" cy="144989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lgn="l">
              <a:lnSpc>
                <a:spcPts val="3000"/>
              </a:lnSpc>
              <a:defRPr lang="en-US" sz="2600" b="0" dirty="0">
                <a:solidFill>
                  <a:schemeClr val="bg1"/>
                </a:solidFill>
              </a:defRPr>
            </a:lvl1pPr>
          </a:lstStyle>
          <a:p>
            <a:pPr marL="0" lvl="0"/>
            <a:r>
              <a:rPr lang="en-US"/>
              <a:t>Click to insert title</a:t>
            </a:r>
          </a:p>
        </p:txBody>
      </p:sp>
      <p:sp>
        <p:nvSpPr>
          <p:cNvPr id="8" name="Subtitle 2"/>
          <p:cNvSpPr>
            <a:spLocks noGrp="1"/>
          </p:cNvSpPr>
          <p:nvPr>
            <p:ph type="subTitle" idx="1" hasCustomPrompt="1"/>
          </p:nvPr>
        </p:nvSpPr>
        <p:spPr>
          <a:xfrm>
            <a:off x="5016499" y="5236923"/>
            <a:ext cx="6899275"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bg1"/>
                </a:solidFill>
              </a:defRPr>
            </a:lvl1pPr>
          </a:lstStyle>
          <a:p>
            <a:pPr marL="0" lvl="0"/>
            <a:r>
              <a:rPr lang="en-US"/>
              <a:t>Click to insert presenter, location, and date</a:t>
            </a:r>
          </a:p>
        </p:txBody>
      </p:sp>
      <p:grpSp>
        <p:nvGrpSpPr>
          <p:cNvPr id="22" name="Group 14"/>
          <p:cNvGrpSpPr>
            <a:grpSpLocks noChangeAspect="1"/>
          </p:cNvGrpSpPr>
          <p:nvPr userDrawn="1"/>
        </p:nvGrpSpPr>
        <p:grpSpPr>
          <a:xfrm>
            <a:off x="407988" y="695702"/>
            <a:ext cx="5040000" cy="1123653"/>
            <a:chOff x="728663" y="4465638"/>
            <a:chExt cx="5354637" cy="1193800"/>
          </a:xfrm>
        </p:grpSpPr>
        <p:sp>
          <p:nvSpPr>
            <p:cNvPr id="23"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4" name="Freeform 12"/>
            <p:cNvSpPr>
              <a:spLocks noEditPoints="1"/>
            </p:cNvSpPr>
            <p:nvPr userDrawn="1"/>
          </p:nvSpPr>
          <p:spPr bwMode="auto">
            <a:xfrm>
              <a:off x="728663" y="4483100"/>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5"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6"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7"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grpSp>
    </p:spTree>
    <p:extLst>
      <p:ext uri="{BB962C8B-B14F-4D97-AF65-F5344CB8AC3E}">
        <p14:creationId xmlns:p14="http://schemas.microsoft.com/office/powerpoint/2010/main" val="1749621551"/>
      </p:ext>
    </p:extLst>
  </p:cSld>
  <p:clrMapOvr>
    <a:masterClrMapping/>
  </p:clrMapOvr>
  <p:extLst>
    <p:ext uri="{DCECCB84-F9BA-43D5-87BE-67443E8EF086}">
      <p15:sldGuideLst xmlns:p15="http://schemas.microsoft.com/office/powerpoint/2012/main">
        <p15:guide id="1" orient="horz" pos="935">
          <p15:clr>
            <a:srgbClr val="FBAE40"/>
          </p15:clr>
        </p15:guide>
        <p15:guide id="2" pos="257">
          <p15:clr>
            <a:srgbClr val="FBAE40"/>
          </p15:clr>
        </p15:guide>
        <p15:guide id="3" pos="316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Title Slide 4">
    <p:bg>
      <p:bgPr>
        <a:solidFill>
          <a:srgbClr val="E6E7E7"/>
        </a:solidFill>
        <a:effectLst/>
      </p:bgPr>
    </p:bg>
    <p:spTree>
      <p:nvGrpSpPr>
        <p:cNvPr id="1" name=""/>
        <p:cNvGrpSpPr/>
        <p:nvPr/>
      </p:nvGrpSpPr>
      <p:grpSpPr>
        <a:xfrm>
          <a:off x="0" y="0"/>
          <a:ext cx="0" cy="0"/>
          <a:chOff x="0" y="0"/>
          <a:chExt cx="0" cy="0"/>
        </a:xfrm>
      </p:grpSpPr>
      <p:graphicFrame>
        <p:nvGraphicFramePr>
          <p:cNvPr id="14" name="Object 13"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14" name="Object 13"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1271" name="Freeform 7"/>
          <p:cNvSpPr>
            <a:spLocks/>
          </p:cNvSpPr>
          <p:nvPr userDrawn="1"/>
        </p:nvSpPr>
        <p:spPr bwMode="auto">
          <a:xfrm>
            <a:off x="5892403" y="1"/>
            <a:ext cx="6327776" cy="5670550"/>
          </a:xfrm>
          <a:custGeom>
            <a:avLst/>
            <a:gdLst/>
            <a:ahLst/>
            <a:cxnLst>
              <a:cxn ang="0">
                <a:pos x="3986" y="2526"/>
              </a:cxn>
              <a:cxn ang="0">
                <a:pos x="3986" y="2512"/>
              </a:cxn>
              <a:cxn ang="0">
                <a:pos x="3986" y="0"/>
              </a:cxn>
              <a:cxn ang="0">
                <a:pos x="648" y="0"/>
              </a:cxn>
              <a:cxn ang="0">
                <a:pos x="682" y="84"/>
              </a:cxn>
              <a:cxn ang="0">
                <a:pos x="698" y="132"/>
              </a:cxn>
              <a:cxn ang="0">
                <a:pos x="724" y="230"/>
              </a:cxn>
              <a:cxn ang="0">
                <a:pos x="738" y="328"/>
              </a:cxn>
              <a:cxn ang="0">
                <a:pos x="744" y="428"/>
              </a:cxn>
              <a:cxn ang="0">
                <a:pos x="744" y="478"/>
              </a:cxn>
              <a:cxn ang="0">
                <a:pos x="734" y="656"/>
              </a:cxn>
              <a:cxn ang="0">
                <a:pos x="710" y="830"/>
              </a:cxn>
              <a:cxn ang="0">
                <a:pos x="674" y="1002"/>
              </a:cxn>
              <a:cxn ang="0">
                <a:pos x="628" y="1172"/>
              </a:cxn>
              <a:cxn ang="0">
                <a:pos x="590" y="1296"/>
              </a:cxn>
              <a:cxn ang="0">
                <a:pos x="504" y="1542"/>
              </a:cxn>
              <a:cxn ang="0">
                <a:pos x="406" y="1782"/>
              </a:cxn>
              <a:cxn ang="0">
                <a:pos x="300" y="2020"/>
              </a:cxn>
              <a:cxn ang="0">
                <a:pos x="244" y="2136"/>
              </a:cxn>
              <a:cxn ang="0">
                <a:pos x="128" y="2366"/>
              </a:cxn>
              <a:cxn ang="0">
                <a:pos x="8" y="2594"/>
              </a:cxn>
              <a:cxn ang="0">
                <a:pos x="0" y="2608"/>
              </a:cxn>
              <a:cxn ang="0">
                <a:pos x="0" y="2612"/>
              </a:cxn>
              <a:cxn ang="0">
                <a:pos x="50" y="2690"/>
              </a:cxn>
              <a:cxn ang="0">
                <a:pos x="100" y="2766"/>
              </a:cxn>
              <a:cxn ang="0">
                <a:pos x="190" y="2890"/>
              </a:cxn>
              <a:cxn ang="0">
                <a:pos x="286" y="3006"/>
              </a:cxn>
              <a:cxn ang="0">
                <a:pos x="390" y="3116"/>
              </a:cxn>
              <a:cxn ang="0">
                <a:pos x="502" y="3220"/>
              </a:cxn>
              <a:cxn ang="0">
                <a:pos x="540" y="3252"/>
              </a:cxn>
              <a:cxn ang="0">
                <a:pos x="622" y="3312"/>
              </a:cxn>
              <a:cxn ang="0">
                <a:pos x="706" y="3366"/>
              </a:cxn>
              <a:cxn ang="0">
                <a:pos x="792" y="3414"/>
              </a:cxn>
              <a:cxn ang="0">
                <a:pos x="882" y="3456"/>
              </a:cxn>
              <a:cxn ang="0">
                <a:pos x="976" y="3492"/>
              </a:cxn>
              <a:cxn ang="0">
                <a:pos x="1070" y="3520"/>
              </a:cxn>
              <a:cxn ang="0">
                <a:pos x="1170" y="3542"/>
              </a:cxn>
              <a:cxn ang="0">
                <a:pos x="1220" y="3552"/>
              </a:cxn>
              <a:cxn ang="0">
                <a:pos x="1374" y="3568"/>
              </a:cxn>
              <a:cxn ang="0">
                <a:pos x="1382" y="3568"/>
              </a:cxn>
              <a:cxn ang="0">
                <a:pos x="1390" y="3572"/>
              </a:cxn>
              <a:cxn ang="0">
                <a:pos x="1420" y="3572"/>
              </a:cxn>
              <a:cxn ang="0">
                <a:pos x="1544" y="3572"/>
              </a:cxn>
              <a:cxn ang="0">
                <a:pos x="1544" y="3568"/>
              </a:cxn>
              <a:cxn ang="0">
                <a:pos x="1610" y="3564"/>
              </a:cxn>
              <a:cxn ang="0">
                <a:pos x="1740" y="3552"/>
              </a:cxn>
              <a:cxn ang="0">
                <a:pos x="1870" y="3530"/>
              </a:cxn>
              <a:cxn ang="0">
                <a:pos x="1998" y="3502"/>
              </a:cxn>
              <a:cxn ang="0">
                <a:pos x="2062" y="3486"/>
              </a:cxn>
              <a:cxn ang="0">
                <a:pos x="2262" y="3426"/>
              </a:cxn>
              <a:cxn ang="0">
                <a:pos x="2458" y="3356"/>
              </a:cxn>
              <a:cxn ang="0">
                <a:pos x="2650" y="3276"/>
              </a:cxn>
              <a:cxn ang="0">
                <a:pos x="2840" y="3190"/>
              </a:cxn>
              <a:cxn ang="0">
                <a:pos x="2966" y="3128"/>
              </a:cxn>
              <a:cxn ang="0">
                <a:pos x="3218" y="2996"/>
              </a:cxn>
              <a:cxn ang="0">
                <a:pos x="3464" y="2858"/>
              </a:cxn>
              <a:cxn ang="0">
                <a:pos x="3708" y="2714"/>
              </a:cxn>
              <a:cxn ang="0">
                <a:pos x="3828" y="2640"/>
              </a:cxn>
              <a:cxn ang="0">
                <a:pos x="3974" y="2548"/>
              </a:cxn>
              <a:cxn ang="0">
                <a:pos x="3984" y="2540"/>
              </a:cxn>
              <a:cxn ang="0">
                <a:pos x="3986" y="2526"/>
              </a:cxn>
            </a:cxnLst>
            <a:rect l="0" t="0" r="r" b="b"/>
            <a:pathLst>
              <a:path w="3986" h="3572">
                <a:moveTo>
                  <a:pt x="3986" y="2526"/>
                </a:moveTo>
                <a:lnTo>
                  <a:pt x="3986" y="2526"/>
                </a:lnTo>
                <a:lnTo>
                  <a:pt x="3986" y="2512"/>
                </a:lnTo>
                <a:lnTo>
                  <a:pt x="3986" y="2512"/>
                </a:lnTo>
                <a:lnTo>
                  <a:pt x="3986" y="0"/>
                </a:lnTo>
                <a:lnTo>
                  <a:pt x="3986" y="0"/>
                </a:lnTo>
                <a:lnTo>
                  <a:pt x="648" y="0"/>
                </a:lnTo>
                <a:lnTo>
                  <a:pt x="648" y="0"/>
                </a:lnTo>
                <a:lnTo>
                  <a:pt x="666" y="42"/>
                </a:lnTo>
                <a:lnTo>
                  <a:pt x="682" y="84"/>
                </a:lnTo>
                <a:lnTo>
                  <a:pt x="682" y="84"/>
                </a:lnTo>
                <a:lnTo>
                  <a:pt x="698" y="132"/>
                </a:lnTo>
                <a:lnTo>
                  <a:pt x="712" y="182"/>
                </a:lnTo>
                <a:lnTo>
                  <a:pt x="724" y="230"/>
                </a:lnTo>
                <a:lnTo>
                  <a:pt x="732" y="280"/>
                </a:lnTo>
                <a:lnTo>
                  <a:pt x="738" y="328"/>
                </a:lnTo>
                <a:lnTo>
                  <a:pt x="742" y="378"/>
                </a:lnTo>
                <a:lnTo>
                  <a:pt x="744" y="428"/>
                </a:lnTo>
                <a:lnTo>
                  <a:pt x="744" y="478"/>
                </a:lnTo>
                <a:lnTo>
                  <a:pt x="744" y="478"/>
                </a:lnTo>
                <a:lnTo>
                  <a:pt x="742" y="568"/>
                </a:lnTo>
                <a:lnTo>
                  <a:pt x="734" y="656"/>
                </a:lnTo>
                <a:lnTo>
                  <a:pt x="724" y="742"/>
                </a:lnTo>
                <a:lnTo>
                  <a:pt x="710" y="830"/>
                </a:lnTo>
                <a:lnTo>
                  <a:pt x="694" y="916"/>
                </a:lnTo>
                <a:lnTo>
                  <a:pt x="674" y="1002"/>
                </a:lnTo>
                <a:lnTo>
                  <a:pt x="652" y="1088"/>
                </a:lnTo>
                <a:lnTo>
                  <a:pt x="628" y="1172"/>
                </a:lnTo>
                <a:lnTo>
                  <a:pt x="628" y="1172"/>
                </a:lnTo>
                <a:lnTo>
                  <a:pt x="590" y="1296"/>
                </a:lnTo>
                <a:lnTo>
                  <a:pt x="548" y="1420"/>
                </a:lnTo>
                <a:lnTo>
                  <a:pt x="504" y="1542"/>
                </a:lnTo>
                <a:lnTo>
                  <a:pt x="456" y="1662"/>
                </a:lnTo>
                <a:lnTo>
                  <a:pt x="406" y="1782"/>
                </a:lnTo>
                <a:lnTo>
                  <a:pt x="354" y="1900"/>
                </a:lnTo>
                <a:lnTo>
                  <a:pt x="300" y="2020"/>
                </a:lnTo>
                <a:lnTo>
                  <a:pt x="244" y="2136"/>
                </a:lnTo>
                <a:lnTo>
                  <a:pt x="244" y="2136"/>
                </a:lnTo>
                <a:lnTo>
                  <a:pt x="188" y="2252"/>
                </a:lnTo>
                <a:lnTo>
                  <a:pt x="128" y="2366"/>
                </a:lnTo>
                <a:lnTo>
                  <a:pt x="70" y="2480"/>
                </a:lnTo>
                <a:lnTo>
                  <a:pt x="8" y="2594"/>
                </a:lnTo>
                <a:lnTo>
                  <a:pt x="8" y="2594"/>
                </a:lnTo>
                <a:lnTo>
                  <a:pt x="0" y="2608"/>
                </a:lnTo>
                <a:lnTo>
                  <a:pt x="0" y="2608"/>
                </a:lnTo>
                <a:lnTo>
                  <a:pt x="0" y="2612"/>
                </a:lnTo>
                <a:lnTo>
                  <a:pt x="0" y="2612"/>
                </a:lnTo>
                <a:lnTo>
                  <a:pt x="50" y="2690"/>
                </a:lnTo>
                <a:lnTo>
                  <a:pt x="100" y="2766"/>
                </a:lnTo>
                <a:lnTo>
                  <a:pt x="100" y="2766"/>
                </a:lnTo>
                <a:lnTo>
                  <a:pt x="144" y="2828"/>
                </a:lnTo>
                <a:lnTo>
                  <a:pt x="190" y="2890"/>
                </a:lnTo>
                <a:lnTo>
                  <a:pt x="236" y="2948"/>
                </a:lnTo>
                <a:lnTo>
                  <a:pt x="286" y="3006"/>
                </a:lnTo>
                <a:lnTo>
                  <a:pt x="336" y="3062"/>
                </a:lnTo>
                <a:lnTo>
                  <a:pt x="390" y="3116"/>
                </a:lnTo>
                <a:lnTo>
                  <a:pt x="444" y="3170"/>
                </a:lnTo>
                <a:lnTo>
                  <a:pt x="502" y="3220"/>
                </a:lnTo>
                <a:lnTo>
                  <a:pt x="502" y="3220"/>
                </a:lnTo>
                <a:lnTo>
                  <a:pt x="540" y="3252"/>
                </a:lnTo>
                <a:lnTo>
                  <a:pt x="582" y="3282"/>
                </a:lnTo>
                <a:lnTo>
                  <a:pt x="622" y="3312"/>
                </a:lnTo>
                <a:lnTo>
                  <a:pt x="664" y="3340"/>
                </a:lnTo>
                <a:lnTo>
                  <a:pt x="706" y="3366"/>
                </a:lnTo>
                <a:lnTo>
                  <a:pt x="750" y="3390"/>
                </a:lnTo>
                <a:lnTo>
                  <a:pt x="792" y="3414"/>
                </a:lnTo>
                <a:lnTo>
                  <a:pt x="838" y="3436"/>
                </a:lnTo>
                <a:lnTo>
                  <a:pt x="882" y="3456"/>
                </a:lnTo>
                <a:lnTo>
                  <a:pt x="928" y="3474"/>
                </a:lnTo>
                <a:lnTo>
                  <a:pt x="976" y="3492"/>
                </a:lnTo>
                <a:lnTo>
                  <a:pt x="1022" y="3506"/>
                </a:lnTo>
                <a:lnTo>
                  <a:pt x="1070" y="3520"/>
                </a:lnTo>
                <a:lnTo>
                  <a:pt x="1120" y="3532"/>
                </a:lnTo>
                <a:lnTo>
                  <a:pt x="1170" y="3542"/>
                </a:lnTo>
                <a:lnTo>
                  <a:pt x="1220" y="3552"/>
                </a:lnTo>
                <a:lnTo>
                  <a:pt x="1220" y="3552"/>
                </a:lnTo>
                <a:lnTo>
                  <a:pt x="1296" y="3562"/>
                </a:lnTo>
                <a:lnTo>
                  <a:pt x="1374" y="3568"/>
                </a:lnTo>
                <a:lnTo>
                  <a:pt x="1374" y="3568"/>
                </a:lnTo>
                <a:lnTo>
                  <a:pt x="1382" y="3568"/>
                </a:lnTo>
                <a:lnTo>
                  <a:pt x="1386" y="3568"/>
                </a:lnTo>
                <a:lnTo>
                  <a:pt x="1390" y="3572"/>
                </a:lnTo>
                <a:lnTo>
                  <a:pt x="1390" y="3572"/>
                </a:lnTo>
                <a:lnTo>
                  <a:pt x="1420" y="3572"/>
                </a:lnTo>
                <a:lnTo>
                  <a:pt x="1420" y="3572"/>
                </a:lnTo>
                <a:lnTo>
                  <a:pt x="1544" y="3572"/>
                </a:lnTo>
                <a:lnTo>
                  <a:pt x="1544" y="3572"/>
                </a:lnTo>
                <a:lnTo>
                  <a:pt x="1544" y="3568"/>
                </a:lnTo>
                <a:lnTo>
                  <a:pt x="1544" y="3568"/>
                </a:lnTo>
                <a:lnTo>
                  <a:pt x="1610" y="3564"/>
                </a:lnTo>
                <a:lnTo>
                  <a:pt x="1676" y="3558"/>
                </a:lnTo>
                <a:lnTo>
                  <a:pt x="1740" y="3552"/>
                </a:lnTo>
                <a:lnTo>
                  <a:pt x="1806" y="3542"/>
                </a:lnTo>
                <a:lnTo>
                  <a:pt x="1870" y="3530"/>
                </a:lnTo>
                <a:lnTo>
                  <a:pt x="1934" y="3516"/>
                </a:lnTo>
                <a:lnTo>
                  <a:pt x="1998" y="3502"/>
                </a:lnTo>
                <a:lnTo>
                  <a:pt x="2062" y="3486"/>
                </a:lnTo>
                <a:lnTo>
                  <a:pt x="2062" y="3486"/>
                </a:lnTo>
                <a:lnTo>
                  <a:pt x="2162" y="3458"/>
                </a:lnTo>
                <a:lnTo>
                  <a:pt x="2262" y="3426"/>
                </a:lnTo>
                <a:lnTo>
                  <a:pt x="2360" y="3392"/>
                </a:lnTo>
                <a:lnTo>
                  <a:pt x="2458" y="3356"/>
                </a:lnTo>
                <a:lnTo>
                  <a:pt x="2554" y="3316"/>
                </a:lnTo>
                <a:lnTo>
                  <a:pt x="2650" y="3276"/>
                </a:lnTo>
                <a:lnTo>
                  <a:pt x="2746" y="3234"/>
                </a:lnTo>
                <a:lnTo>
                  <a:pt x="2840" y="3190"/>
                </a:lnTo>
                <a:lnTo>
                  <a:pt x="2840" y="3190"/>
                </a:lnTo>
                <a:lnTo>
                  <a:pt x="2966" y="3128"/>
                </a:lnTo>
                <a:lnTo>
                  <a:pt x="3092" y="3062"/>
                </a:lnTo>
                <a:lnTo>
                  <a:pt x="3218" y="2996"/>
                </a:lnTo>
                <a:lnTo>
                  <a:pt x="3342" y="2928"/>
                </a:lnTo>
                <a:lnTo>
                  <a:pt x="3464" y="2858"/>
                </a:lnTo>
                <a:lnTo>
                  <a:pt x="3586" y="2786"/>
                </a:lnTo>
                <a:lnTo>
                  <a:pt x="3708" y="2714"/>
                </a:lnTo>
                <a:lnTo>
                  <a:pt x="3828" y="2640"/>
                </a:lnTo>
                <a:lnTo>
                  <a:pt x="3828" y="2640"/>
                </a:lnTo>
                <a:lnTo>
                  <a:pt x="3974" y="2548"/>
                </a:lnTo>
                <a:lnTo>
                  <a:pt x="3974" y="2548"/>
                </a:lnTo>
                <a:lnTo>
                  <a:pt x="3980" y="2544"/>
                </a:lnTo>
                <a:lnTo>
                  <a:pt x="3984" y="2540"/>
                </a:lnTo>
                <a:lnTo>
                  <a:pt x="3986" y="2534"/>
                </a:lnTo>
                <a:lnTo>
                  <a:pt x="3986" y="2526"/>
                </a:lnTo>
                <a:lnTo>
                  <a:pt x="3986" y="2526"/>
                </a:lnTo>
                <a:close/>
              </a:path>
            </a:pathLst>
          </a:custGeom>
          <a:solidFill>
            <a:schemeClr val="accent5"/>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7" name="Title 1"/>
          <p:cNvSpPr>
            <a:spLocks noGrp="1"/>
          </p:cNvSpPr>
          <p:nvPr>
            <p:ph type="ctrTitle" hasCustomPrompt="1"/>
          </p:nvPr>
        </p:nvSpPr>
        <p:spPr>
          <a:xfrm>
            <a:off x="407988" y="2339788"/>
            <a:ext cx="4967932" cy="144989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lnSpc>
                <a:spcPts val="3000"/>
              </a:lnSpc>
              <a:defRPr lang="en-US" sz="2600" b="0" dirty="0">
                <a:solidFill>
                  <a:schemeClr val="accent1"/>
                </a:solidFill>
              </a:defRPr>
            </a:lvl1pPr>
          </a:lstStyle>
          <a:p>
            <a:pPr marL="0" lvl="0"/>
            <a:r>
              <a:rPr lang="en-US"/>
              <a:t>Click to insert title</a:t>
            </a:r>
          </a:p>
        </p:txBody>
      </p:sp>
      <p:sp>
        <p:nvSpPr>
          <p:cNvPr id="8" name="Subtitle 2"/>
          <p:cNvSpPr>
            <a:spLocks noGrp="1"/>
          </p:cNvSpPr>
          <p:nvPr>
            <p:ph type="subTitle" idx="1" hasCustomPrompt="1"/>
          </p:nvPr>
        </p:nvSpPr>
        <p:spPr>
          <a:xfrm>
            <a:off x="407988" y="3932559"/>
            <a:ext cx="4967932"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accent1"/>
                </a:solidFill>
              </a:defRPr>
            </a:lvl1pPr>
          </a:lstStyle>
          <a:p>
            <a:pPr marL="0" lvl="0"/>
            <a:r>
              <a:rPr lang="en-US"/>
              <a:t>Click to insert presenter, location, and date</a:t>
            </a:r>
          </a:p>
        </p:txBody>
      </p:sp>
      <p:sp>
        <p:nvSpPr>
          <p:cNvPr id="16" name="Picture Placeholder 11">
            <a:extLst>
              <a:ext uri="{FF2B5EF4-FFF2-40B4-BE49-F238E27FC236}">
                <a16:creationId xmlns:a16="http://schemas.microsoft.com/office/drawing/2014/main" id="{D4E263B9-5E55-409E-9F7C-2F67A89E06AA}"/>
              </a:ext>
            </a:extLst>
          </p:cNvPr>
          <p:cNvSpPr>
            <a:spLocks noGrp="1"/>
          </p:cNvSpPr>
          <p:nvPr>
            <p:ph type="pic" sz="quarter" idx="10"/>
          </p:nvPr>
        </p:nvSpPr>
        <p:spPr>
          <a:xfrm>
            <a:off x="5537200" y="-1588"/>
            <a:ext cx="6654800" cy="6859588"/>
          </a:xfrm>
          <a:prstGeom prst="rect">
            <a:avLst/>
          </a:prstGeom>
        </p:spPr>
        <p:txBody>
          <a:bodyPr anchor="ctr"/>
          <a:lstStyle>
            <a:lvl1pPr marL="0" indent="0" algn="ctr">
              <a:buNone/>
              <a:defRPr/>
            </a:lvl1pPr>
          </a:lstStyle>
          <a:p>
            <a:r>
              <a:rPr lang="en-US" err="1"/>
              <a:t>Cliquez</a:t>
            </a:r>
            <a:r>
              <a:rPr lang="en-US"/>
              <a:t> sur </a:t>
            </a:r>
            <a:r>
              <a:rPr lang="en-US" err="1"/>
              <a:t>l'icône</a:t>
            </a:r>
            <a:r>
              <a:rPr lang="en-US"/>
              <a:t> pour </a:t>
            </a:r>
            <a:r>
              <a:rPr lang="en-US" err="1"/>
              <a:t>ajouter</a:t>
            </a:r>
            <a:r>
              <a:rPr lang="en-US"/>
              <a:t> </a:t>
            </a:r>
            <a:r>
              <a:rPr lang="en-US" err="1"/>
              <a:t>une</a:t>
            </a:r>
            <a:r>
              <a:rPr lang="en-US"/>
              <a:t> image</a:t>
            </a:r>
          </a:p>
        </p:txBody>
      </p:sp>
      <p:grpSp>
        <p:nvGrpSpPr>
          <p:cNvPr id="17" name="Group 14"/>
          <p:cNvGrpSpPr>
            <a:grpSpLocks noChangeAspect="1"/>
          </p:cNvGrpSpPr>
          <p:nvPr userDrawn="1"/>
        </p:nvGrpSpPr>
        <p:grpSpPr>
          <a:xfrm>
            <a:off x="407988" y="695702"/>
            <a:ext cx="5040000" cy="1123653"/>
            <a:chOff x="728663" y="4465638"/>
            <a:chExt cx="5354637" cy="1193800"/>
          </a:xfrm>
        </p:grpSpPr>
        <p:sp>
          <p:nvSpPr>
            <p:cNvPr id="18"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9" name="Freeform 12"/>
            <p:cNvSpPr>
              <a:spLocks noEditPoints="1"/>
            </p:cNvSpPr>
            <p:nvPr userDrawn="1"/>
          </p:nvSpPr>
          <p:spPr bwMode="auto">
            <a:xfrm>
              <a:off x="728663" y="4483100"/>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0"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1"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2"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grpSp>
    </p:spTree>
    <p:extLst>
      <p:ext uri="{BB962C8B-B14F-4D97-AF65-F5344CB8AC3E}">
        <p14:creationId xmlns:p14="http://schemas.microsoft.com/office/powerpoint/2010/main" val="2053489804"/>
      </p:ext>
    </p:extLst>
  </p:cSld>
  <p:clrMapOvr>
    <a:masterClrMapping/>
  </p:clrMapOvr>
  <p:extLst>
    <p:ext uri="{DCECCB84-F9BA-43D5-87BE-67443E8EF086}">
      <p15:sldGuideLst xmlns:p15="http://schemas.microsoft.com/office/powerpoint/2012/main">
        <p15:guide id="1" pos="257">
          <p15:clr>
            <a:srgbClr val="FBAE40"/>
          </p15:clr>
        </p15:guide>
        <p15:guide id="2" orient="horz" pos="935">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1_Big Table">
    <p:spTree>
      <p:nvGrpSpPr>
        <p:cNvPr id="1" name=""/>
        <p:cNvGrpSpPr/>
        <p:nvPr/>
      </p:nvGrpSpPr>
      <p:grpSpPr>
        <a:xfrm>
          <a:off x="0" y="0"/>
          <a:ext cx="0" cy="0"/>
          <a:chOff x="0" y="0"/>
          <a:chExt cx="0" cy="0"/>
        </a:xfrm>
      </p:grpSpPr>
      <p:sp>
        <p:nvSpPr>
          <p:cNvPr id="6" name="Retângulo 43">
            <a:extLst>
              <a:ext uri="{FF2B5EF4-FFF2-40B4-BE49-F238E27FC236}">
                <a16:creationId xmlns:a16="http://schemas.microsoft.com/office/drawing/2014/main" id="{25FC8637-25BD-4C09-AF25-56B4243DAB3D}"/>
              </a:ext>
            </a:extLst>
          </p:cNvPr>
          <p:cNvSpPr/>
          <p:nvPr userDrawn="1"/>
        </p:nvSpPr>
        <p:spPr>
          <a:xfrm>
            <a:off x="6924021" y="6592810"/>
            <a:ext cx="242375" cy="215444"/>
          </a:xfrm>
          <a:prstGeom prst="rect">
            <a:avLst/>
          </a:prstGeom>
        </p:spPr>
        <p:txBody>
          <a:bodyPr wrap="none">
            <a:spAutoFit/>
          </a:bodyPr>
          <a:lstStyle/>
          <a:p>
            <a:pPr algn="r"/>
            <a:fld id="{0502E5A9-B53C-401E-A0E0-4A359BB0A9E5}" type="slidenum">
              <a:rPr lang="en-US" sz="800" smtClean="0">
                <a:solidFill>
                  <a:prstClr val="black">
                    <a:lumMod val="50000"/>
                    <a:lumOff val="50000"/>
                  </a:prstClr>
                </a:solidFill>
                <a:cs typeface="Arial" panose="020B0604020202020204" pitchFamily="34" charset="0"/>
              </a:rPr>
              <a:pPr algn="r"/>
              <a:t>‹#›</a:t>
            </a:fld>
            <a:endParaRPr lang="en-US" sz="800">
              <a:solidFill>
                <a:prstClr val="black">
                  <a:lumMod val="50000"/>
                  <a:lumOff val="50000"/>
                </a:prstClr>
              </a:solidFill>
              <a:cs typeface="Arial" panose="020B0604020202020204" pitchFamily="34" charset="0"/>
            </a:endParaRPr>
          </a:p>
        </p:txBody>
      </p:sp>
      <p:cxnSp>
        <p:nvCxnSpPr>
          <p:cNvPr id="7" name="Conector reto 49">
            <a:extLst>
              <a:ext uri="{FF2B5EF4-FFF2-40B4-BE49-F238E27FC236}">
                <a16:creationId xmlns:a16="http://schemas.microsoft.com/office/drawing/2014/main" id="{6B6D7F6B-C184-4C2B-8EB7-067E0C1E8DF2}"/>
              </a:ext>
            </a:extLst>
          </p:cNvPr>
          <p:cNvCxnSpPr>
            <a:cxnSpLocks/>
          </p:cNvCxnSpPr>
          <p:nvPr userDrawn="1"/>
        </p:nvCxnSpPr>
        <p:spPr>
          <a:xfrm flipV="1">
            <a:off x="3283674" y="6587911"/>
            <a:ext cx="0" cy="155576"/>
          </a:xfrm>
          <a:prstGeom prst="line">
            <a:avLst/>
          </a:prstGeom>
          <a:solidFill>
            <a:schemeClr val="tx1"/>
          </a:solidFill>
          <a:ln w="12700" cap="rnd">
            <a:solidFill>
              <a:schemeClr val="accent2"/>
            </a:solidFill>
            <a:round/>
          </a:ln>
        </p:spPr>
        <p:style>
          <a:lnRef idx="1">
            <a:schemeClr val="accent1"/>
          </a:lnRef>
          <a:fillRef idx="0">
            <a:schemeClr val="accent1"/>
          </a:fillRef>
          <a:effectRef idx="0">
            <a:schemeClr val="accent1"/>
          </a:effectRef>
          <a:fontRef idx="minor">
            <a:schemeClr val="tx1"/>
          </a:fontRef>
        </p:style>
      </p:cxnSp>
      <p:sp>
        <p:nvSpPr>
          <p:cNvPr id="8" name="Rectangle 27">
            <a:hlinkClick r:id="rId2"/>
            <a:extLst>
              <a:ext uri="{FF2B5EF4-FFF2-40B4-BE49-F238E27FC236}">
                <a16:creationId xmlns:a16="http://schemas.microsoft.com/office/drawing/2014/main" id="{F376ABD1-4930-42EB-9A73-9A9C7C6BF2D3}"/>
              </a:ext>
            </a:extLst>
          </p:cNvPr>
          <p:cNvSpPr/>
          <p:nvPr userDrawn="1"/>
        </p:nvSpPr>
        <p:spPr>
          <a:xfrm>
            <a:off x="407988" y="6555971"/>
            <a:ext cx="2829007" cy="219456"/>
          </a:xfrm>
          <a:prstGeom prst="rect">
            <a:avLst/>
          </a:prstGeom>
        </p:spPr>
        <p:txBody>
          <a:bodyPr wrap="square" lIns="0" tIns="0" rIns="0" bIns="0" anchor="ctr" anchorCtr="0">
            <a:noAutofit/>
          </a:bodyPr>
          <a:lstStyle/>
          <a:p>
            <a:pPr>
              <a:lnSpc>
                <a:spcPct val="85000"/>
              </a:lnSpc>
              <a:defRPr/>
            </a:pPr>
            <a:r>
              <a:rPr lang="en-US" sz="800" kern="0">
                <a:solidFill>
                  <a:srgbClr val="00458D"/>
                </a:solidFill>
                <a:cs typeface="Arial" panose="020B0604020202020204" pitchFamily="34" charset="0"/>
              </a:rPr>
              <a:t>Presentation Title | Author | Date</a:t>
            </a:r>
          </a:p>
        </p:txBody>
      </p:sp>
      <p:sp>
        <p:nvSpPr>
          <p:cNvPr id="9" name="Retângulo 43">
            <a:extLst>
              <a:ext uri="{FF2B5EF4-FFF2-40B4-BE49-F238E27FC236}">
                <a16:creationId xmlns:a16="http://schemas.microsoft.com/office/drawing/2014/main" id="{834ADCB4-BFB1-450D-8F6D-64217F4CD92C}"/>
              </a:ext>
            </a:extLst>
          </p:cNvPr>
          <p:cNvSpPr/>
          <p:nvPr userDrawn="1"/>
        </p:nvSpPr>
        <p:spPr>
          <a:xfrm>
            <a:off x="3411379" y="6555758"/>
            <a:ext cx="2223686" cy="219456"/>
          </a:xfrm>
          <a:prstGeom prst="rect">
            <a:avLst/>
          </a:prstGeom>
        </p:spPr>
        <p:txBody>
          <a:bodyPr wrap="none" lIns="0" tIns="0" rIns="0" bIns="0" anchor="ctr">
            <a:noAutofit/>
          </a:bodyPr>
          <a:lstStyle/>
          <a:p>
            <a:r>
              <a:rPr lang="en-US" sz="800">
                <a:solidFill>
                  <a:srgbClr val="E6E7E7">
                    <a:lumMod val="50000"/>
                  </a:srgbClr>
                </a:solidFill>
                <a:cs typeface="Arial" panose="020B0604020202020204" pitchFamily="34" charset="0"/>
              </a:rPr>
              <a:t>© 2017 Capgemini. All rights reserved.</a:t>
            </a:r>
          </a:p>
        </p:txBody>
      </p:sp>
      <p:sp>
        <p:nvSpPr>
          <p:cNvPr id="10" name="Title Placeholder 1">
            <a:extLst>
              <a:ext uri="{FF2B5EF4-FFF2-40B4-BE49-F238E27FC236}">
                <a16:creationId xmlns:a16="http://schemas.microsoft.com/office/drawing/2014/main" id="{552BBB0A-405D-419D-8BD5-EC8D9F84B795}"/>
              </a:ext>
            </a:extLst>
          </p:cNvPr>
          <p:cNvSpPr>
            <a:spLocks noGrp="1"/>
          </p:cNvSpPr>
          <p:nvPr>
            <p:ph type="title" hasCustomPrompt="1"/>
          </p:nvPr>
        </p:nvSpPr>
        <p:spPr>
          <a:xfrm>
            <a:off x="407988" y="404813"/>
            <a:ext cx="10944596" cy="863600"/>
          </a:xfrm>
          <a:prstGeom prst="rect">
            <a:avLst/>
          </a:prstGeom>
        </p:spPr>
        <p:txBody>
          <a:bodyPr vert="horz" lIns="0" tIns="0" rIns="0" bIns="0" rtlCol="0" anchor="t">
            <a:normAutofit/>
          </a:bodyPr>
          <a:lstStyle>
            <a:lvl1pPr>
              <a:defRPr lang="pt-PT" b="0" i="0" dirty="0">
                <a:latin typeface="+mn-lt"/>
              </a:defRPr>
            </a:lvl1pPr>
          </a:lstStyle>
          <a:p>
            <a:pPr lvl="0">
              <a:lnSpc>
                <a:spcPts val="3000"/>
              </a:lnSpc>
            </a:pPr>
            <a:r>
              <a:rPr lang="en-US"/>
              <a:t>Click to add title</a:t>
            </a:r>
            <a:endParaRPr lang="pt-PT"/>
          </a:p>
        </p:txBody>
      </p:sp>
      <p:pic>
        <p:nvPicPr>
          <p:cNvPr id="12" name="Graphic 4">
            <a:extLst>
              <a:ext uri="{FF2B5EF4-FFF2-40B4-BE49-F238E27FC236}">
                <a16:creationId xmlns:a16="http://schemas.microsoft.com/office/drawing/2014/main" id="{25EEA1D4-3AF7-42D7-AE97-AE404AECFAEB}"/>
              </a:ext>
            </a:extLst>
          </p:cNvPr>
          <p:cNvPicPr>
            <a:picLocks noChangeAspect="1"/>
          </p:cNvPicPr>
          <p:nvPr userDrawn="1"/>
        </p:nvPicPr>
        <p:blipFill rotWithShape="1">
          <a:blip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rcRect t="-5676"/>
          <a:stretch/>
        </p:blipFill>
        <p:spPr>
          <a:xfrm>
            <a:off x="11635686" y="6398376"/>
            <a:ext cx="424356" cy="459624"/>
          </a:xfrm>
          <a:prstGeom prst="rect">
            <a:avLst/>
          </a:prstGeom>
        </p:spPr>
      </p:pic>
      <p:sp>
        <p:nvSpPr>
          <p:cNvPr id="14" name="Text Placeholder 2"/>
          <p:cNvSpPr>
            <a:spLocks noGrp="1"/>
          </p:cNvSpPr>
          <p:nvPr>
            <p:ph idx="1"/>
          </p:nvPr>
        </p:nvSpPr>
        <p:spPr>
          <a:xfrm>
            <a:off x="413067" y="1412875"/>
            <a:ext cx="11370945" cy="5040313"/>
          </a:xfrm>
          <a:prstGeom prst="rect">
            <a:avLst/>
          </a:prstGeom>
        </p:spPr>
        <p:txBody>
          <a:bodyPr vert="horz" lIns="0" tIns="0" rIns="0" bIns="0" rtlCol="0">
            <a:normAutofit/>
          </a:bodyPr>
          <a:lstStyle>
            <a:lvl1pPr>
              <a:defRPr lang="en-US" dirty="0">
                <a:latin typeface="+mn-lt"/>
                <a:ea typeface="+mn-ea"/>
                <a:cs typeface="+mn-cs"/>
              </a:defRPr>
            </a:lvl1pPr>
            <a:lvl2pPr>
              <a:defRPr lang="en-US" dirty="0">
                <a:latin typeface="+mn-lt"/>
                <a:ea typeface="+mn-ea"/>
                <a:cs typeface="+mn-cs"/>
              </a:defRPr>
            </a:lvl2pPr>
            <a:lvl3pPr>
              <a:defRPr lang="en-US" dirty="0">
                <a:latin typeface="+mn-lt"/>
                <a:ea typeface="+mn-ea"/>
                <a:cs typeface="+mn-cs"/>
              </a:defRPr>
            </a:lvl3pPr>
            <a:lvl4pPr>
              <a:defRPr lang="en-US" dirty="0">
                <a:latin typeface="+mn-lt"/>
                <a:ea typeface="+mn-ea"/>
                <a:cs typeface="+mn-cs"/>
              </a:defRPr>
            </a:lvl4pPr>
          </a:lstStyle>
          <a:p>
            <a:pPr lvl="0">
              <a:lnSpc>
                <a:spcPts val="2200"/>
              </a:lnSpc>
              <a:spcBef>
                <a:spcPts val="0"/>
              </a:spcBef>
              <a:spcAft>
                <a:spcPts val="600"/>
              </a:spcAft>
            </a:pPr>
            <a:r>
              <a:rPr lang="en-US"/>
              <a:t>Edit Master text styles</a:t>
            </a:r>
          </a:p>
          <a:p>
            <a:pPr marL="233363" lvl="1">
              <a:lnSpc>
                <a:spcPts val="2000"/>
              </a:lnSpc>
              <a:spcBef>
                <a:spcPts val="0"/>
              </a:spcBef>
              <a:spcAft>
                <a:spcPts val="600"/>
              </a:spcAft>
              <a:buClr>
                <a:schemeClr val="accent1"/>
              </a:buClr>
              <a:buFont typeface="Wingdings" panose="05000000000000000000" pitchFamily="2" charset="2"/>
              <a:buChar char="§"/>
            </a:pPr>
            <a:r>
              <a:rPr lang="en-US"/>
              <a:t>Second level</a:t>
            </a:r>
          </a:p>
          <a:p>
            <a:pPr marL="457200" lvl="2" indent="-223838">
              <a:lnSpc>
                <a:spcPts val="1600"/>
              </a:lnSpc>
              <a:spcBef>
                <a:spcPts val="0"/>
              </a:spcBef>
              <a:spcAft>
                <a:spcPts val="600"/>
              </a:spcAft>
              <a:buClr>
                <a:schemeClr val="accent1"/>
              </a:buClr>
            </a:pPr>
            <a:r>
              <a:rPr lang="en-US"/>
              <a:t>Third level</a:t>
            </a:r>
          </a:p>
          <a:p>
            <a:pPr marL="690563" lvl="3" indent="-233363">
              <a:spcBef>
                <a:spcPts val="0"/>
              </a:spcBef>
              <a:spcAft>
                <a:spcPts val="600"/>
              </a:spcAft>
              <a:buClr>
                <a:schemeClr val="accent1"/>
              </a:buClr>
              <a:buChar char="‒"/>
            </a:pPr>
            <a:r>
              <a:rPr lang="en-US"/>
              <a:t>Fourth level</a:t>
            </a:r>
          </a:p>
        </p:txBody>
      </p:sp>
    </p:spTree>
    <p:extLst>
      <p:ext uri="{BB962C8B-B14F-4D97-AF65-F5344CB8AC3E}">
        <p14:creationId xmlns:p14="http://schemas.microsoft.com/office/powerpoint/2010/main" val="99486125"/>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1_Title only">
    <p:spTree>
      <p:nvGrpSpPr>
        <p:cNvPr id="1" name=""/>
        <p:cNvGrpSpPr/>
        <p:nvPr/>
      </p:nvGrpSpPr>
      <p:grpSpPr>
        <a:xfrm>
          <a:off x="0" y="0"/>
          <a:ext cx="0" cy="0"/>
          <a:chOff x="0" y="0"/>
          <a:chExt cx="0" cy="0"/>
        </a:xfrm>
      </p:grpSpPr>
      <p:graphicFrame>
        <p:nvGraphicFramePr>
          <p:cNvPr id="5" name="Object 4"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5" name="Object 4"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itle 1"/>
          <p:cNvSpPr>
            <a:spLocks noGrp="1"/>
          </p:cNvSpPr>
          <p:nvPr>
            <p:ph type="title"/>
          </p:nvPr>
        </p:nvSpPr>
        <p:spPr/>
        <p:txBody>
          <a:bodyPr/>
          <a:lstStyle/>
          <a:p>
            <a:r>
              <a:rPr lang="en-US" err="1"/>
              <a:t>Modifiez</a:t>
            </a:r>
            <a:r>
              <a:rPr lang="en-US"/>
              <a:t> le style du </a:t>
            </a:r>
            <a:r>
              <a:rPr lang="en-US" err="1"/>
              <a:t>titre</a:t>
            </a:r>
            <a:endParaRPr lang="en-US"/>
          </a:p>
        </p:txBody>
      </p:sp>
    </p:spTree>
    <p:extLst>
      <p:ext uri="{BB962C8B-B14F-4D97-AF65-F5344CB8AC3E}">
        <p14:creationId xmlns:p14="http://schemas.microsoft.com/office/powerpoint/2010/main" val="302943712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1_Two columns">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7CE2609-37DA-4C4C-BF45-E56CE85AA41D}"/>
              </a:ext>
            </a:extLst>
          </p:cNvPr>
          <p:cNvSpPr>
            <a:spLocks noGrp="1"/>
          </p:cNvSpPr>
          <p:nvPr>
            <p:ph type="body" sz="quarter" idx="10" hasCustomPrompt="1"/>
          </p:nvPr>
        </p:nvSpPr>
        <p:spPr>
          <a:xfrm>
            <a:off x="407987" y="2010606"/>
            <a:ext cx="5543551" cy="4442581"/>
          </a:xfrm>
          <a:prstGeom prst="rect">
            <a:avLst/>
          </a:prstGeom>
        </p:spPr>
        <p:txBody>
          <a:bodyPr>
            <a:noAutofit/>
          </a:bodyPr>
          <a:lstStyle>
            <a:lvl1pPr>
              <a:lnSpc>
                <a:spcPct val="100000"/>
              </a:lnSpc>
              <a:defRPr sz="1400">
                <a:solidFill>
                  <a:schemeClr val="tx1"/>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long text</a:t>
            </a:r>
          </a:p>
        </p:txBody>
      </p:sp>
      <p:sp>
        <p:nvSpPr>
          <p:cNvPr id="11" name="Text Placeholder 7">
            <a:extLst>
              <a:ext uri="{FF2B5EF4-FFF2-40B4-BE49-F238E27FC236}">
                <a16:creationId xmlns:a16="http://schemas.microsoft.com/office/drawing/2014/main" id="{4F279807-494A-45DD-A5C6-24F625316B92}"/>
              </a:ext>
            </a:extLst>
          </p:cNvPr>
          <p:cNvSpPr>
            <a:spLocks noGrp="1"/>
          </p:cNvSpPr>
          <p:nvPr>
            <p:ph type="body" sz="quarter" idx="11" hasCustomPrompt="1"/>
          </p:nvPr>
        </p:nvSpPr>
        <p:spPr>
          <a:xfrm>
            <a:off x="6240465" y="2010606"/>
            <a:ext cx="5516444" cy="4441372"/>
          </a:xfrm>
          <a:prstGeom prst="rect">
            <a:avLst/>
          </a:prstGeom>
        </p:spPr>
        <p:txBody>
          <a:bodyPr>
            <a:noAutofit/>
          </a:bodyPr>
          <a:lstStyle>
            <a:lvl1pPr>
              <a:lnSpc>
                <a:spcPct val="100000"/>
              </a:lnSpc>
              <a:defRPr sz="1400">
                <a:solidFill>
                  <a:schemeClr val="tx1"/>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long text</a:t>
            </a:r>
          </a:p>
        </p:txBody>
      </p:sp>
      <p:sp>
        <p:nvSpPr>
          <p:cNvPr id="13" name="Text Placeholder 7">
            <a:extLst>
              <a:ext uri="{FF2B5EF4-FFF2-40B4-BE49-F238E27FC236}">
                <a16:creationId xmlns:a16="http://schemas.microsoft.com/office/drawing/2014/main" id="{D8D7F005-BA7C-423E-87B0-6782D88233F6}"/>
              </a:ext>
            </a:extLst>
          </p:cNvPr>
          <p:cNvSpPr>
            <a:spLocks noGrp="1"/>
          </p:cNvSpPr>
          <p:nvPr>
            <p:ph type="body" sz="quarter" idx="12" hasCustomPrompt="1"/>
          </p:nvPr>
        </p:nvSpPr>
        <p:spPr>
          <a:xfrm>
            <a:off x="407987" y="1420990"/>
            <a:ext cx="5543551" cy="438494"/>
          </a:xfrm>
          <a:prstGeom prst="rect">
            <a:avLst/>
          </a:prstGeom>
        </p:spPr>
        <p:txBody>
          <a:bodyPr>
            <a:noAutofit/>
          </a:bodyPr>
          <a:lstStyle>
            <a:lvl1pPr>
              <a:lnSpc>
                <a:spcPts val="2200"/>
              </a:lnSpc>
              <a:defRPr sz="1800" b="0">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title</a:t>
            </a:r>
          </a:p>
        </p:txBody>
      </p:sp>
      <p:sp>
        <p:nvSpPr>
          <p:cNvPr id="14" name="Text Placeholder 7">
            <a:extLst>
              <a:ext uri="{FF2B5EF4-FFF2-40B4-BE49-F238E27FC236}">
                <a16:creationId xmlns:a16="http://schemas.microsoft.com/office/drawing/2014/main" id="{47BDC0DA-1585-454D-9E74-41D2AFC0FEE5}"/>
              </a:ext>
            </a:extLst>
          </p:cNvPr>
          <p:cNvSpPr>
            <a:spLocks noGrp="1"/>
          </p:cNvSpPr>
          <p:nvPr>
            <p:ph type="body" sz="quarter" idx="13" hasCustomPrompt="1"/>
          </p:nvPr>
        </p:nvSpPr>
        <p:spPr>
          <a:xfrm>
            <a:off x="6240465" y="1420990"/>
            <a:ext cx="5516444" cy="438494"/>
          </a:xfrm>
          <a:prstGeom prst="rect">
            <a:avLst/>
          </a:prstGeom>
        </p:spPr>
        <p:txBody>
          <a:bodyPr>
            <a:noAutofit/>
          </a:bodyPr>
          <a:lstStyle>
            <a:lvl1pPr>
              <a:lnSpc>
                <a:spcPts val="2200"/>
              </a:lnSpc>
              <a:defRPr sz="1800" b="0">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title</a:t>
            </a:r>
          </a:p>
        </p:txBody>
      </p:sp>
      <p:sp>
        <p:nvSpPr>
          <p:cNvPr id="9" name="Title Placeholder 1">
            <a:extLst>
              <a:ext uri="{FF2B5EF4-FFF2-40B4-BE49-F238E27FC236}">
                <a16:creationId xmlns:a16="http://schemas.microsoft.com/office/drawing/2014/main" id="{6733E381-C11A-4F10-88ED-DDEA4B9167E2}"/>
              </a:ext>
            </a:extLst>
          </p:cNvPr>
          <p:cNvSpPr>
            <a:spLocks noGrp="1"/>
          </p:cNvSpPr>
          <p:nvPr>
            <p:ph type="title" hasCustomPrompt="1"/>
          </p:nvPr>
        </p:nvSpPr>
        <p:spPr>
          <a:xfrm>
            <a:off x="407988" y="404813"/>
            <a:ext cx="10944596" cy="865054"/>
          </a:xfrm>
          <a:prstGeom prst="rect">
            <a:avLst/>
          </a:prstGeom>
        </p:spPr>
        <p:txBody>
          <a:bodyPr vert="horz" lIns="0" tIns="0" rIns="0" bIns="0" rtlCol="0" anchor="t">
            <a:normAutofit/>
          </a:bodyPr>
          <a:lstStyle>
            <a:lvl1pPr>
              <a:defRPr lang="pt-PT" dirty="0">
                <a:solidFill>
                  <a:schemeClr val="tx2"/>
                </a:solidFill>
              </a:defRPr>
            </a:lvl1pPr>
          </a:lstStyle>
          <a:p>
            <a:pPr lvl="0">
              <a:lnSpc>
                <a:spcPts val="3000"/>
              </a:lnSpc>
            </a:pPr>
            <a:r>
              <a:rPr lang="en-US"/>
              <a:t>Click to insert title</a:t>
            </a:r>
            <a:endParaRPr lang="pt-PT"/>
          </a:p>
        </p:txBody>
      </p:sp>
      <p:sp>
        <p:nvSpPr>
          <p:cNvPr id="16" name="Retângulo 43">
            <a:extLst>
              <a:ext uri="{FF2B5EF4-FFF2-40B4-BE49-F238E27FC236}">
                <a16:creationId xmlns:a16="http://schemas.microsoft.com/office/drawing/2014/main" id="{25FC8637-25BD-4C09-AF25-56B4243DAB3D}"/>
              </a:ext>
            </a:extLst>
          </p:cNvPr>
          <p:cNvSpPr/>
          <p:nvPr userDrawn="1"/>
        </p:nvSpPr>
        <p:spPr>
          <a:xfrm>
            <a:off x="11784013" y="6555758"/>
            <a:ext cx="242375" cy="215444"/>
          </a:xfrm>
          <a:prstGeom prst="rect">
            <a:avLst/>
          </a:prstGeom>
        </p:spPr>
        <p:txBody>
          <a:bodyPr wrap="none">
            <a:spAutoFit/>
          </a:bodyPr>
          <a:lstStyle/>
          <a:p>
            <a:pPr algn="r"/>
            <a:fld id="{0502E5A9-B53C-401E-A0E0-4A359BB0A9E5}" type="slidenum">
              <a:rPr lang="en-US" sz="800" smtClean="0">
                <a:solidFill>
                  <a:prstClr val="black">
                    <a:lumMod val="50000"/>
                    <a:lumOff val="50000"/>
                  </a:prstClr>
                </a:solidFill>
                <a:cs typeface="Arial" panose="020B0604020202020204" pitchFamily="34" charset="0"/>
              </a:rPr>
              <a:t>‹#›</a:t>
            </a:fld>
            <a:endParaRPr lang="en-US" sz="800">
              <a:solidFill>
                <a:prstClr val="black">
                  <a:lumMod val="50000"/>
                  <a:lumOff val="50000"/>
                </a:prstClr>
              </a:solidFill>
              <a:cs typeface="Arial" panose="020B0604020202020204" pitchFamily="34" charset="0"/>
            </a:endParaRPr>
          </a:p>
        </p:txBody>
      </p:sp>
      <p:cxnSp>
        <p:nvCxnSpPr>
          <p:cNvPr id="20" name="Conector reto 49">
            <a:extLst>
              <a:ext uri="{FF2B5EF4-FFF2-40B4-BE49-F238E27FC236}">
                <a16:creationId xmlns:a16="http://schemas.microsoft.com/office/drawing/2014/main" id="{6B6D7F6B-C184-4C2B-8EB7-067E0C1E8DF2}"/>
              </a:ext>
            </a:extLst>
          </p:cNvPr>
          <p:cNvCxnSpPr>
            <a:cxnSpLocks/>
          </p:cNvCxnSpPr>
          <p:nvPr userDrawn="1"/>
        </p:nvCxnSpPr>
        <p:spPr>
          <a:xfrm flipV="1">
            <a:off x="3283674" y="6587911"/>
            <a:ext cx="0" cy="155576"/>
          </a:xfrm>
          <a:prstGeom prst="line">
            <a:avLst/>
          </a:prstGeom>
          <a:solidFill>
            <a:schemeClr val="tx1"/>
          </a:solidFill>
          <a:ln w="12700" cap="rnd">
            <a:solidFill>
              <a:schemeClr val="accent2"/>
            </a:solidFill>
            <a:round/>
          </a:ln>
        </p:spPr>
        <p:style>
          <a:lnRef idx="1">
            <a:schemeClr val="accent1"/>
          </a:lnRef>
          <a:fillRef idx="0">
            <a:schemeClr val="accent1"/>
          </a:fillRef>
          <a:effectRef idx="0">
            <a:schemeClr val="accent1"/>
          </a:effectRef>
          <a:fontRef idx="minor">
            <a:schemeClr val="tx1"/>
          </a:fontRef>
        </p:style>
      </p:cxnSp>
      <p:sp>
        <p:nvSpPr>
          <p:cNvPr id="21" name="Rectangle 27">
            <a:hlinkClick r:id="rId2"/>
            <a:extLst>
              <a:ext uri="{FF2B5EF4-FFF2-40B4-BE49-F238E27FC236}">
                <a16:creationId xmlns:a16="http://schemas.microsoft.com/office/drawing/2014/main" id="{F376ABD1-4930-42EB-9A73-9A9C7C6BF2D3}"/>
              </a:ext>
            </a:extLst>
          </p:cNvPr>
          <p:cNvSpPr/>
          <p:nvPr userDrawn="1"/>
        </p:nvSpPr>
        <p:spPr>
          <a:xfrm>
            <a:off x="407988" y="6555971"/>
            <a:ext cx="2829007" cy="219456"/>
          </a:xfrm>
          <a:prstGeom prst="rect">
            <a:avLst/>
          </a:prstGeom>
        </p:spPr>
        <p:txBody>
          <a:bodyPr wrap="square" lIns="0" tIns="0" rIns="0" bIns="0" anchor="ctr" anchorCtr="0">
            <a:noAutofit/>
          </a:bodyPr>
          <a:lstStyle/>
          <a:p>
            <a:pPr lvl="0" algn="l" defTabSz="914400">
              <a:lnSpc>
                <a:spcPct val="85000"/>
              </a:lnSpc>
              <a:defRPr/>
            </a:pPr>
            <a:r>
              <a:rPr lang="en-US" sz="800" kern="0">
                <a:solidFill>
                  <a:srgbClr val="00458D"/>
                </a:solidFill>
                <a:latin typeface="+mj-lt"/>
                <a:cs typeface="Arial" panose="020B0604020202020204" pitchFamily="34" charset="0"/>
              </a:rPr>
              <a:t>Presentation Title | Author | Date</a:t>
            </a:r>
          </a:p>
        </p:txBody>
      </p:sp>
      <p:sp>
        <p:nvSpPr>
          <p:cNvPr id="22" name="Retângulo 43">
            <a:extLst>
              <a:ext uri="{FF2B5EF4-FFF2-40B4-BE49-F238E27FC236}">
                <a16:creationId xmlns:a16="http://schemas.microsoft.com/office/drawing/2014/main" id="{834ADCB4-BFB1-450D-8F6D-64217F4CD92C}"/>
              </a:ext>
            </a:extLst>
          </p:cNvPr>
          <p:cNvSpPr/>
          <p:nvPr userDrawn="1"/>
        </p:nvSpPr>
        <p:spPr>
          <a:xfrm>
            <a:off x="3411379" y="6555758"/>
            <a:ext cx="2223686" cy="219456"/>
          </a:xfrm>
          <a:prstGeom prst="rect">
            <a:avLst/>
          </a:prstGeom>
        </p:spPr>
        <p:txBody>
          <a:bodyPr wrap="none" lIns="0" tIns="0" rIns="0" bIns="0" anchor="ctr">
            <a:noAutofit/>
          </a:bodyPr>
          <a:lstStyle/>
          <a:p>
            <a:pPr algn="l"/>
            <a:r>
              <a:rPr lang="en-US" sz="800">
                <a:solidFill>
                  <a:schemeClr val="bg2">
                    <a:lumMod val="50000"/>
                  </a:schemeClr>
                </a:solidFill>
                <a:cs typeface="Arial" panose="020B0604020202020204" pitchFamily="34" charset="0"/>
              </a:rPr>
              <a:t>© 2017 Capgemini. All rights reserved.</a:t>
            </a:r>
          </a:p>
        </p:txBody>
      </p:sp>
    </p:spTree>
    <p:extLst>
      <p:ext uri="{BB962C8B-B14F-4D97-AF65-F5344CB8AC3E}">
        <p14:creationId xmlns:p14="http://schemas.microsoft.com/office/powerpoint/2010/main" val="158698526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Closing1">
    <p:spTree>
      <p:nvGrpSpPr>
        <p:cNvPr id="1" name=""/>
        <p:cNvGrpSpPr/>
        <p:nvPr/>
      </p:nvGrpSpPr>
      <p:grpSpPr>
        <a:xfrm>
          <a:off x="0" y="0"/>
          <a:ext cx="0" cy="0"/>
          <a:chOff x="0" y="0"/>
          <a:chExt cx="0" cy="0"/>
        </a:xfrm>
      </p:grpSpPr>
      <p:sp>
        <p:nvSpPr>
          <p:cNvPr id="7" name="Rectangle 6"/>
          <p:cNvSpPr/>
          <p:nvPr userDrawn="1"/>
        </p:nvSpPr>
        <p:spPr>
          <a:xfrm>
            <a:off x="0" y="0"/>
            <a:ext cx="12192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reeform 5"/>
          <p:cNvSpPr>
            <a:spLocks/>
          </p:cNvSpPr>
          <p:nvPr userDrawn="1"/>
        </p:nvSpPr>
        <p:spPr bwMode="auto">
          <a:xfrm>
            <a:off x="-1243012" y="-2656920"/>
            <a:ext cx="10768012" cy="11443496"/>
          </a:xfrm>
          <a:custGeom>
            <a:avLst/>
            <a:gdLst>
              <a:gd name="T0" fmla="*/ 854 w 3407"/>
              <a:gd name="T1" fmla="*/ 0 h 3621"/>
              <a:gd name="T2" fmla="*/ 0 w 3407"/>
              <a:gd name="T3" fmla="*/ 0 h 3621"/>
              <a:gd name="T4" fmla="*/ 0 w 3407"/>
              <a:gd name="T5" fmla="*/ 3621 h 3621"/>
              <a:gd name="T6" fmla="*/ 3407 w 3407"/>
              <a:gd name="T7" fmla="*/ 3621 h 3621"/>
              <a:gd name="T8" fmla="*/ 3407 w 3407"/>
              <a:gd name="T9" fmla="*/ 3617 h 3621"/>
              <a:gd name="T10" fmla="*/ 179 w 3407"/>
              <a:gd name="T11" fmla="*/ 3617 h 3621"/>
              <a:gd name="T12" fmla="*/ 2096 w 3407"/>
              <a:gd name="T13" fmla="*/ 1606 h 3621"/>
              <a:gd name="T14" fmla="*/ 854 w 3407"/>
              <a:gd name="T15" fmla="*/ 0 h 362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407" h="3621">
                <a:moveTo>
                  <a:pt x="854" y="0"/>
                </a:moveTo>
                <a:cubicBezTo>
                  <a:pt x="0" y="0"/>
                  <a:pt x="0" y="0"/>
                  <a:pt x="0" y="0"/>
                </a:cubicBezTo>
                <a:cubicBezTo>
                  <a:pt x="0" y="3621"/>
                  <a:pt x="0" y="3621"/>
                  <a:pt x="0" y="3621"/>
                </a:cubicBezTo>
                <a:cubicBezTo>
                  <a:pt x="3407" y="3621"/>
                  <a:pt x="3407" y="3621"/>
                  <a:pt x="3407" y="3621"/>
                </a:cubicBezTo>
                <a:cubicBezTo>
                  <a:pt x="3407" y="3617"/>
                  <a:pt x="3407" y="3617"/>
                  <a:pt x="3407" y="3617"/>
                </a:cubicBezTo>
                <a:cubicBezTo>
                  <a:pt x="179" y="3617"/>
                  <a:pt x="179" y="3617"/>
                  <a:pt x="179" y="3617"/>
                </a:cubicBezTo>
                <a:cubicBezTo>
                  <a:pt x="2551" y="2996"/>
                  <a:pt x="2421" y="1729"/>
                  <a:pt x="2096" y="1606"/>
                </a:cubicBezTo>
                <a:cubicBezTo>
                  <a:pt x="2281" y="2130"/>
                  <a:pt x="865" y="1627"/>
                  <a:pt x="854" y="0"/>
                </a:cubicBezTo>
              </a:path>
            </a:pathLst>
          </a:custGeom>
          <a:solidFill>
            <a:srgbClr val="300B4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nvGrpSpPr>
          <p:cNvPr id="9" name="Group 8"/>
          <p:cNvGrpSpPr/>
          <p:nvPr userDrawn="1"/>
        </p:nvGrpSpPr>
        <p:grpSpPr>
          <a:xfrm>
            <a:off x="4979035" y="2404110"/>
            <a:ext cx="735013" cy="682321"/>
            <a:chOff x="5662614" y="3032124"/>
            <a:chExt cx="863600" cy="801689"/>
          </a:xfrm>
        </p:grpSpPr>
        <p:sp>
          <p:nvSpPr>
            <p:cNvPr id="10" name="Freeform 9"/>
            <p:cNvSpPr>
              <a:spLocks/>
            </p:cNvSpPr>
            <p:nvPr/>
          </p:nvSpPr>
          <p:spPr bwMode="auto">
            <a:xfrm>
              <a:off x="5959476" y="3368675"/>
              <a:ext cx="566738" cy="465138"/>
            </a:xfrm>
            <a:custGeom>
              <a:avLst/>
              <a:gdLst>
                <a:gd name="T0" fmla="*/ 99 w 149"/>
                <a:gd name="T1" fmla="*/ 85 h 122"/>
                <a:gd name="T2" fmla="*/ 149 w 149"/>
                <a:gd name="T3" fmla="*/ 34 h 122"/>
                <a:gd name="T4" fmla="*/ 112 w 149"/>
                <a:gd name="T5" fmla="*/ 0 h 122"/>
                <a:gd name="T6" fmla="*/ 39 w 149"/>
                <a:gd name="T7" fmla="*/ 78 h 122"/>
                <a:gd name="T8" fmla="*/ 0 w 149"/>
                <a:gd name="T9" fmla="*/ 114 h 122"/>
                <a:gd name="T10" fmla="*/ 29 w 149"/>
                <a:gd name="T11" fmla="*/ 122 h 122"/>
                <a:gd name="T12" fmla="*/ 99 w 149"/>
                <a:gd name="T13" fmla="*/ 99 h 122"/>
                <a:gd name="T14" fmla="*/ 64 w 149"/>
                <a:gd name="T15" fmla="*/ 68 h 122"/>
                <a:gd name="T16" fmla="*/ 99 w 149"/>
                <a:gd name="T17" fmla="*/ 85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9" h="122">
                  <a:moveTo>
                    <a:pt x="99" y="85"/>
                  </a:moveTo>
                  <a:cubicBezTo>
                    <a:pt x="127" y="85"/>
                    <a:pt x="149" y="62"/>
                    <a:pt x="149" y="34"/>
                  </a:cubicBezTo>
                  <a:cubicBezTo>
                    <a:pt x="147" y="22"/>
                    <a:pt x="143" y="0"/>
                    <a:pt x="112" y="0"/>
                  </a:cubicBezTo>
                  <a:cubicBezTo>
                    <a:pt x="78" y="0"/>
                    <a:pt x="67" y="48"/>
                    <a:pt x="39" y="78"/>
                  </a:cubicBezTo>
                  <a:cubicBezTo>
                    <a:pt x="37" y="96"/>
                    <a:pt x="20" y="111"/>
                    <a:pt x="0" y="114"/>
                  </a:cubicBezTo>
                  <a:cubicBezTo>
                    <a:pt x="5" y="119"/>
                    <a:pt x="16" y="122"/>
                    <a:pt x="29" y="122"/>
                  </a:cubicBezTo>
                  <a:cubicBezTo>
                    <a:pt x="54" y="122"/>
                    <a:pt x="84" y="115"/>
                    <a:pt x="99" y="99"/>
                  </a:cubicBezTo>
                  <a:cubicBezTo>
                    <a:pt x="78" y="100"/>
                    <a:pt x="65" y="86"/>
                    <a:pt x="64" y="68"/>
                  </a:cubicBezTo>
                  <a:cubicBezTo>
                    <a:pt x="74" y="80"/>
                    <a:pt x="85" y="85"/>
                    <a:pt x="99" y="85"/>
                  </a:cubicBezTo>
                </a:path>
              </a:pathLst>
            </a:custGeom>
            <a:solidFill>
              <a:srgbClr val="00B0D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3" name="Freeform 12"/>
            <p:cNvSpPr>
              <a:spLocks/>
            </p:cNvSpPr>
            <p:nvPr/>
          </p:nvSpPr>
          <p:spPr bwMode="auto">
            <a:xfrm>
              <a:off x="5662614" y="3032124"/>
              <a:ext cx="863600" cy="736599"/>
            </a:xfrm>
            <a:custGeom>
              <a:avLst/>
              <a:gdLst>
                <a:gd name="T0" fmla="*/ 227 w 227"/>
                <a:gd name="T1" fmla="*/ 120 h 193"/>
                <a:gd name="T2" fmla="*/ 188 w 227"/>
                <a:gd name="T3" fmla="*/ 40 h 193"/>
                <a:gd name="T4" fmla="*/ 127 w 227"/>
                <a:gd name="T5" fmla="*/ 3 h 193"/>
                <a:gd name="T6" fmla="*/ 122 w 227"/>
                <a:gd name="T7" fmla="*/ 0 h 193"/>
                <a:gd name="T8" fmla="*/ 122 w 227"/>
                <a:gd name="T9" fmla="*/ 0 h 193"/>
                <a:gd name="T10" fmla="*/ 0 w 227"/>
                <a:gd name="T11" fmla="*/ 125 h 193"/>
                <a:gd name="T12" fmla="*/ 42 w 227"/>
                <a:gd name="T13" fmla="*/ 187 h 193"/>
                <a:gd name="T14" fmla="*/ 85 w 227"/>
                <a:gd name="T15" fmla="*/ 188 h 193"/>
                <a:gd name="T16" fmla="*/ 117 w 227"/>
                <a:gd name="T17" fmla="*/ 166 h 193"/>
                <a:gd name="T18" fmla="*/ 190 w 227"/>
                <a:gd name="T19" fmla="*/ 88 h 193"/>
                <a:gd name="T20" fmla="*/ 227 w 227"/>
                <a:gd name="T21" fmla="*/ 122 h 193"/>
                <a:gd name="T22" fmla="*/ 227 w 227"/>
                <a:gd name="T23" fmla="*/ 120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27" h="193">
                  <a:moveTo>
                    <a:pt x="227" y="120"/>
                  </a:moveTo>
                  <a:cubicBezTo>
                    <a:pt x="226" y="89"/>
                    <a:pt x="211" y="62"/>
                    <a:pt x="188" y="40"/>
                  </a:cubicBezTo>
                  <a:cubicBezTo>
                    <a:pt x="170" y="24"/>
                    <a:pt x="149" y="12"/>
                    <a:pt x="127" y="3"/>
                  </a:cubicBezTo>
                  <a:cubicBezTo>
                    <a:pt x="125" y="2"/>
                    <a:pt x="123" y="1"/>
                    <a:pt x="122" y="0"/>
                  </a:cubicBezTo>
                  <a:cubicBezTo>
                    <a:pt x="122" y="0"/>
                    <a:pt x="122" y="0"/>
                    <a:pt x="122" y="0"/>
                  </a:cubicBezTo>
                  <a:cubicBezTo>
                    <a:pt x="94" y="33"/>
                    <a:pt x="0" y="57"/>
                    <a:pt x="0" y="125"/>
                  </a:cubicBezTo>
                  <a:cubicBezTo>
                    <a:pt x="0" y="152"/>
                    <a:pt x="17" y="177"/>
                    <a:pt x="42" y="187"/>
                  </a:cubicBezTo>
                  <a:cubicBezTo>
                    <a:pt x="56" y="193"/>
                    <a:pt x="71" y="193"/>
                    <a:pt x="85" y="188"/>
                  </a:cubicBezTo>
                  <a:cubicBezTo>
                    <a:pt x="98" y="184"/>
                    <a:pt x="108" y="176"/>
                    <a:pt x="117" y="166"/>
                  </a:cubicBezTo>
                  <a:cubicBezTo>
                    <a:pt x="145" y="136"/>
                    <a:pt x="156" y="88"/>
                    <a:pt x="190" y="88"/>
                  </a:cubicBezTo>
                  <a:cubicBezTo>
                    <a:pt x="221" y="88"/>
                    <a:pt x="225" y="110"/>
                    <a:pt x="227" y="122"/>
                  </a:cubicBezTo>
                  <a:cubicBezTo>
                    <a:pt x="227" y="122"/>
                    <a:pt x="227" y="121"/>
                    <a:pt x="227" y="120"/>
                  </a:cubicBezTo>
                </a:path>
              </a:pathLst>
            </a:custGeom>
            <a:solidFill>
              <a:srgbClr val="0075B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14" name="Rectangle 13"/>
          <p:cNvSpPr/>
          <p:nvPr userDrawn="1"/>
        </p:nvSpPr>
        <p:spPr>
          <a:xfrm>
            <a:off x="6536184" y="2886346"/>
            <a:ext cx="5125720" cy="77038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just">
              <a:lnSpc>
                <a:spcPts val="1200"/>
              </a:lnSpc>
            </a:pPr>
            <a:r>
              <a:rPr lang="en-US" sz="900">
                <a:solidFill>
                  <a:schemeClr val="tx1"/>
                </a:solidFill>
              </a:rPr>
              <a:t>With more than 190,000 people, Capgemini is present in over 40 countries and celebrates its 50th Anniversary year in 2017. A global leader in consulting, technology and outsourcing services, the Group reported 2016 global revenues of EUR 12.5 billion. Together with its clients, Capgemini creates and delivers business, technology and digital solutions that fit their needs, enabling them to achieve innovation and competitiveness. A deeply multicultural organization, Capgemini has developed its own way of working, </a:t>
            </a:r>
            <a:r>
              <a:rPr lang="en-US" sz="900">
                <a:solidFill>
                  <a:schemeClr val="accent1"/>
                </a:solidFill>
              </a:rPr>
              <a:t>the Collaborative Business Experience™</a:t>
            </a:r>
            <a:r>
              <a:rPr lang="en-US" sz="900">
                <a:solidFill>
                  <a:schemeClr val="tx1"/>
                </a:solidFill>
              </a:rPr>
              <a:t>, and draws on </a:t>
            </a:r>
            <a:r>
              <a:rPr lang="en-US" sz="900">
                <a:solidFill>
                  <a:schemeClr val="accent1"/>
                </a:solidFill>
              </a:rPr>
              <a:t>Rightshore</a:t>
            </a:r>
            <a:r>
              <a:rPr lang="en-US" sz="900" baseline="30000">
                <a:solidFill>
                  <a:schemeClr val="accent1"/>
                </a:solidFill>
              </a:rPr>
              <a:t>®</a:t>
            </a:r>
            <a:r>
              <a:rPr lang="en-US" sz="900">
                <a:solidFill>
                  <a:schemeClr val="tx1"/>
                </a:solidFill>
              </a:rPr>
              <a:t>, its worldwide delivery model.</a:t>
            </a:r>
          </a:p>
        </p:txBody>
      </p:sp>
      <p:sp>
        <p:nvSpPr>
          <p:cNvPr id="15" name="Rectangle 14"/>
          <p:cNvSpPr/>
          <p:nvPr userDrawn="1"/>
        </p:nvSpPr>
        <p:spPr>
          <a:xfrm>
            <a:off x="6536184" y="2507082"/>
            <a:ext cx="2219960" cy="22961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bodyPr>
          <a:lstStyle/>
          <a:p>
            <a:pPr>
              <a:lnSpc>
                <a:spcPts val="2000"/>
              </a:lnSpc>
            </a:pPr>
            <a:r>
              <a:rPr lang="en-US" sz="1400">
                <a:solidFill>
                  <a:schemeClr val="accent1"/>
                </a:solidFill>
              </a:rPr>
              <a:t>About Capgemini</a:t>
            </a:r>
          </a:p>
        </p:txBody>
      </p:sp>
      <p:sp>
        <p:nvSpPr>
          <p:cNvPr id="16" name="Rectangle 15"/>
          <p:cNvSpPr/>
          <p:nvPr userDrawn="1"/>
        </p:nvSpPr>
        <p:spPr>
          <a:xfrm>
            <a:off x="6536184" y="4235826"/>
            <a:ext cx="2057400" cy="40729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just">
              <a:lnSpc>
                <a:spcPts val="1200"/>
              </a:lnSpc>
              <a:spcAft>
                <a:spcPts val="600"/>
              </a:spcAft>
            </a:pPr>
            <a:r>
              <a:rPr lang="en-US" sz="900">
                <a:solidFill>
                  <a:schemeClr val="tx1"/>
                </a:solidFill>
              </a:rPr>
              <a:t>Learn more about us at</a:t>
            </a:r>
          </a:p>
          <a:p>
            <a:pPr algn="just">
              <a:lnSpc>
                <a:spcPts val="1200"/>
              </a:lnSpc>
            </a:pPr>
            <a:r>
              <a:rPr lang="en-US" sz="1400">
                <a:solidFill>
                  <a:schemeClr val="accent2"/>
                </a:solidFill>
              </a:rPr>
              <a:t>www.capgemini.com</a:t>
            </a:r>
          </a:p>
        </p:txBody>
      </p:sp>
      <p:pic>
        <p:nvPicPr>
          <p:cNvPr id="17" name="Picture 2" descr="D:\My Work\Template\Icons\Social Media\LinkedIN.png">
            <a:hlinkClick r:id="rId2"/>
          </p:cNvPr>
          <p:cNvPicPr>
            <a:picLocks noChangeAspect="1" noChangeArrowheads="1"/>
          </p:cNvPicPr>
          <p:nvPr userDrawn="1"/>
        </p:nvPicPr>
        <p:blipFill>
          <a:blip r:embed="rId3" cstate="print"/>
          <a:srcRect/>
          <a:stretch>
            <a:fillRect/>
          </a:stretch>
        </p:blipFill>
        <p:spPr bwMode="auto">
          <a:xfrm>
            <a:off x="798415" y="3979258"/>
            <a:ext cx="333195" cy="333195"/>
          </a:xfrm>
          <a:prstGeom prst="rect">
            <a:avLst/>
          </a:prstGeom>
          <a:noFill/>
        </p:spPr>
      </p:pic>
      <p:pic>
        <p:nvPicPr>
          <p:cNvPr id="18" name="Picture 4" descr="D:\My Work\Template\Icons\Social Media\SlideShare.png">
            <a:hlinkClick r:id="rId4"/>
          </p:cNvPr>
          <p:cNvPicPr>
            <a:picLocks noChangeAspect="1" noChangeArrowheads="1"/>
          </p:cNvPicPr>
          <p:nvPr userDrawn="1"/>
        </p:nvPicPr>
        <p:blipFill>
          <a:blip r:embed="rId5" cstate="print"/>
          <a:srcRect/>
          <a:stretch>
            <a:fillRect/>
          </a:stretch>
        </p:blipFill>
        <p:spPr bwMode="auto">
          <a:xfrm>
            <a:off x="1181792" y="3979258"/>
            <a:ext cx="333195" cy="333195"/>
          </a:xfrm>
          <a:prstGeom prst="rect">
            <a:avLst/>
          </a:prstGeom>
          <a:noFill/>
        </p:spPr>
      </p:pic>
      <p:pic>
        <p:nvPicPr>
          <p:cNvPr id="19" name="Picture 5" descr="D:\My Work\Template\Icons\Social Media\Twitter.png">
            <a:hlinkClick r:id="rId6"/>
          </p:cNvPr>
          <p:cNvPicPr>
            <a:picLocks noChangeAspect="1" noChangeArrowheads="1"/>
          </p:cNvPicPr>
          <p:nvPr userDrawn="1"/>
        </p:nvPicPr>
        <p:blipFill>
          <a:blip r:embed="rId7" cstate="print"/>
          <a:srcRect/>
          <a:stretch>
            <a:fillRect/>
          </a:stretch>
        </p:blipFill>
        <p:spPr bwMode="auto">
          <a:xfrm>
            <a:off x="1565169" y="3979258"/>
            <a:ext cx="333195" cy="333195"/>
          </a:xfrm>
          <a:prstGeom prst="rect">
            <a:avLst/>
          </a:prstGeom>
          <a:noFill/>
        </p:spPr>
      </p:pic>
      <p:pic>
        <p:nvPicPr>
          <p:cNvPr id="20" name="Picture 6" descr="D:\My Work\Template\Icons\Social Media\YouTube.png">
            <a:hlinkClick r:id="rId8"/>
          </p:cNvPr>
          <p:cNvPicPr>
            <a:picLocks noChangeAspect="1" noChangeArrowheads="1"/>
          </p:cNvPicPr>
          <p:nvPr userDrawn="1"/>
        </p:nvPicPr>
        <p:blipFill>
          <a:blip r:embed="rId9" cstate="print"/>
          <a:srcRect/>
          <a:stretch>
            <a:fillRect/>
          </a:stretch>
        </p:blipFill>
        <p:spPr bwMode="auto">
          <a:xfrm>
            <a:off x="1948545" y="3979258"/>
            <a:ext cx="333195" cy="333195"/>
          </a:xfrm>
          <a:prstGeom prst="rect">
            <a:avLst/>
          </a:prstGeom>
          <a:noFill/>
        </p:spPr>
      </p:pic>
      <p:pic>
        <p:nvPicPr>
          <p:cNvPr id="21" name="Picture 7" descr="D:\My Work\Template\Icons\Social Media\Facebook.png">
            <a:hlinkClick r:id="rId10"/>
          </p:cNvPr>
          <p:cNvPicPr>
            <a:picLocks noChangeAspect="1" noChangeArrowheads="1"/>
          </p:cNvPicPr>
          <p:nvPr userDrawn="1"/>
        </p:nvPicPr>
        <p:blipFill>
          <a:blip r:embed="rId11" cstate="print"/>
          <a:srcRect/>
          <a:stretch>
            <a:fillRect/>
          </a:stretch>
        </p:blipFill>
        <p:spPr bwMode="auto">
          <a:xfrm>
            <a:off x="415038" y="3979258"/>
            <a:ext cx="333195" cy="333195"/>
          </a:xfrm>
          <a:prstGeom prst="rect">
            <a:avLst/>
          </a:prstGeom>
          <a:noFill/>
        </p:spPr>
      </p:pic>
      <p:sp>
        <p:nvSpPr>
          <p:cNvPr id="23" name="Rectangle 22"/>
          <p:cNvSpPr/>
          <p:nvPr userDrawn="1"/>
        </p:nvSpPr>
        <p:spPr>
          <a:xfrm>
            <a:off x="415038" y="5640913"/>
            <a:ext cx="4198620" cy="569387"/>
          </a:xfrm>
          <a:prstGeom prst="rect">
            <a:avLst/>
          </a:prstGeom>
        </p:spPr>
        <p:txBody>
          <a:bodyPr wrap="square" lIns="0" tIns="0" rIns="0" bIns="0" anchor="b" anchorCtr="0">
            <a:spAutoFit/>
          </a:bodyPr>
          <a:lstStyle/>
          <a:p>
            <a:pPr>
              <a:spcAft>
                <a:spcPts val="600"/>
              </a:spcAft>
            </a:pPr>
            <a:r>
              <a:rPr lang="en-US" sz="800" noProof="0">
                <a:solidFill>
                  <a:schemeClr val="bg1"/>
                </a:solidFill>
                <a:latin typeface="+mn-lt"/>
                <a:cs typeface="Arial"/>
              </a:rPr>
              <a:t>This message contains information that may be privileged or confidential and is the property of the Capgemini Group.</a:t>
            </a:r>
            <a:br>
              <a:rPr lang="en-US" sz="800" noProof="0">
                <a:solidFill>
                  <a:schemeClr val="bg1"/>
                </a:solidFill>
                <a:latin typeface="+mn-lt"/>
                <a:cs typeface="Arial"/>
              </a:rPr>
            </a:br>
            <a:r>
              <a:rPr lang="en-US" sz="800" noProof="0">
                <a:solidFill>
                  <a:schemeClr val="bg1"/>
                </a:solidFill>
                <a:latin typeface="Arial"/>
                <a:cs typeface="Arial"/>
              </a:rPr>
              <a:t>Copyright © 2018 Capgemini. All rights reserved.</a:t>
            </a:r>
          </a:p>
          <a:p>
            <a:pPr marL="0" marR="0" indent="0" defTabSz="957756" rtl="0" eaLnBrk="1" fontAlgn="auto" latinLnBrk="0" hangingPunct="1">
              <a:lnSpc>
                <a:spcPct val="100000"/>
              </a:lnSpc>
              <a:spcBef>
                <a:spcPts val="0"/>
              </a:spcBef>
              <a:spcAft>
                <a:spcPts val="600"/>
              </a:spcAft>
              <a:buClrTx/>
              <a:buSzTx/>
              <a:buFontTx/>
              <a:buNone/>
              <a:tabLst/>
              <a:defRPr/>
            </a:pPr>
            <a:r>
              <a:rPr lang="en-US" sz="800" noProof="0">
                <a:solidFill>
                  <a:schemeClr val="bg1"/>
                </a:solidFill>
                <a:latin typeface="Arial"/>
                <a:cs typeface="Arial"/>
              </a:rPr>
              <a:t>Rightshore</a:t>
            </a:r>
            <a:r>
              <a:rPr lang="en-US" sz="800" baseline="30000" noProof="0">
                <a:solidFill>
                  <a:schemeClr val="bg1"/>
                </a:solidFill>
                <a:latin typeface="Arial"/>
                <a:cs typeface="Arial"/>
              </a:rPr>
              <a:t>®</a:t>
            </a:r>
            <a:r>
              <a:rPr lang="en-US" sz="800" noProof="0">
                <a:solidFill>
                  <a:schemeClr val="bg1"/>
                </a:solidFill>
                <a:latin typeface="Arial"/>
                <a:cs typeface="Arial"/>
              </a:rPr>
              <a:t> is a trademark belonging to Capgemini.</a:t>
            </a:r>
          </a:p>
        </p:txBody>
      </p:sp>
      <p:sp>
        <p:nvSpPr>
          <p:cNvPr id="24" name="Rectangle 23"/>
          <p:cNvSpPr/>
          <p:nvPr userDrawn="1"/>
        </p:nvSpPr>
        <p:spPr>
          <a:xfrm>
            <a:off x="6536184" y="5933302"/>
            <a:ext cx="5219699" cy="276999"/>
          </a:xfrm>
          <a:prstGeom prst="rect">
            <a:avLst/>
          </a:prstGeom>
        </p:spPr>
        <p:txBody>
          <a:bodyPr wrap="square" lIns="0" tIns="0" rIns="0" bIns="0" anchor="b" anchorCtr="0">
            <a:spAutoFit/>
          </a:bodyPr>
          <a:lstStyle/>
          <a:p>
            <a:pPr>
              <a:spcAft>
                <a:spcPts val="600"/>
              </a:spcAft>
            </a:pPr>
            <a:r>
              <a:rPr lang="en-US" sz="600">
                <a:cs typeface="Arial"/>
              </a:rPr>
              <a:t>This message is intended only for the person to whom it is addressed. If you are not the intended recipient, you are not authorized to read, print, retain, copy, disseminate, distribute, or use this message or any part thereof. If you receive this message in error, please notify the sender immediately and delete all copies of this message. </a:t>
            </a:r>
          </a:p>
        </p:txBody>
      </p:sp>
      <p:sp>
        <p:nvSpPr>
          <p:cNvPr id="25" name="Rectangle 24">
            <a:hlinkClick r:id="rId12"/>
          </p:cNvPr>
          <p:cNvSpPr/>
          <p:nvPr userDrawn="1"/>
        </p:nvSpPr>
        <p:spPr>
          <a:xfrm>
            <a:off x="7489902" y="3812094"/>
            <a:ext cx="2336088" cy="124676"/>
          </a:xfrm>
          <a:prstGeom prst="rect">
            <a:avLst/>
          </a:prstGeom>
          <a:solidFill>
            <a:schemeClr val="accent2">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Rectangle 25">
            <a:hlinkClick r:id="rId13"/>
          </p:cNvPr>
          <p:cNvSpPr/>
          <p:nvPr userDrawn="1"/>
        </p:nvSpPr>
        <p:spPr>
          <a:xfrm>
            <a:off x="10730865" y="3812094"/>
            <a:ext cx="704850" cy="124676"/>
          </a:xfrm>
          <a:prstGeom prst="rect">
            <a:avLst/>
          </a:prstGeom>
          <a:solidFill>
            <a:schemeClr val="accent2">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ectangle 26">
            <a:hlinkClick r:id="rId14"/>
          </p:cNvPr>
          <p:cNvSpPr/>
          <p:nvPr userDrawn="1"/>
        </p:nvSpPr>
        <p:spPr>
          <a:xfrm>
            <a:off x="6532245" y="4445639"/>
            <a:ext cx="1851660" cy="183449"/>
          </a:xfrm>
          <a:prstGeom prst="rect">
            <a:avLst/>
          </a:prstGeom>
          <a:solidFill>
            <a:schemeClr val="accent2">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9" name="Picture 28"/>
          <p:cNvPicPr>
            <a:picLocks noChangeAspect="1"/>
          </p:cNvPicPr>
          <p:nvPr userDrawn="1"/>
        </p:nvPicPr>
        <p:blipFill>
          <a:blip r:embed="rId15" cstate="print">
            <a:extLst>
              <a:ext uri="{28A0092B-C50C-407E-A947-70E740481C1C}">
                <a14:useLocalDpi xmlns:a14="http://schemas.microsoft.com/office/drawing/2010/main" val="0"/>
              </a:ext>
            </a:extLst>
          </a:blip>
          <a:stretch>
            <a:fillRect/>
          </a:stretch>
        </p:blipFill>
        <p:spPr>
          <a:xfrm>
            <a:off x="407572" y="4434172"/>
            <a:ext cx="2560320" cy="201012"/>
          </a:xfrm>
          <a:prstGeom prst="rect">
            <a:avLst/>
          </a:prstGeom>
        </p:spPr>
      </p:pic>
    </p:spTree>
    <p:extLst>
      <p:ext uri="{BB962C8B-B14F-4D97-AF65-F5344CB8AC3E}">
        <p14:creationId xmlns:p14="http://schemas.microsoft.com/office/powerpoint/2010/main" val="402550283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2_Blank-White">
    <p:spTree>
      <p:nvGrpSpPr>
        <p:cNvPr id="1" name=""/>
        <p:cNvGrpSpPr/>
        <p:nvPr/>
      </p:nvGrpSpPr>
      <p:grpSpPr>
        <a:xfrm>
          <a:off x="0" y="0"/>
          <a:ext cx="0" cy="0"/>
          <a:chOff x="0" y="0"/>
          <a:chExt cx="0" cy="0"/>
        </a:xfrm>
      </p:grpSpPr>
      <p:sp>
        <p:nvSpPr>
          <p:cNvPr id="3" name="Retângulo 43">
            <a:extLst>
              <a:ext uri="{FF2B5EF4-FFF2-40B4-BE49-F238E27FC236}">
                <a16:creationId xmlns:a16="http://schemas.microsoft.com/office/drawing/2014/main" id="{25FC8637-25BD-4C09-AF25-56B4243DAB3D}"/>
              </a:ext>
            </a:extLst>
          </p:cNvPr>
          <p:cNvSpPr/>
          <p:nvPr userDrawn="1"/>
        </p:nvSpPr>
        <p:spPr>
          <a:xfrm>
            <a:off x="11784013" y="6555758"/>
            <a:ext cx="242375" cy="215444"/>
          </a:xfrm>
          <a:prstGeom prst="rect">
            <a:avLst/>
          </a:prstGeom>
        </p:spPr>
        <p:txBody>
          <a:bodyPr wrap="none">
            <a:spAutoFit/>
          </a:bodyPr>
          <a:lstStyle/>
          <a:p>
            <a:pPr algn="r" defTabSz="914400"/>
            <a:fld id="{0502E5A9-B53C-401E-A0E0-4A359BB0A9E5}" type="slidenum">
              <a:rPr lang="en-US" sz="800" smtClean="0">
                <a:solidFill>
                  <a:prstClr val="black">
                    <a:lumMod val="50000"/>
                    <a:lumOff val="50000"/>
                  </a:prstClr>
                </a:solidFill>
                <a:cs typeface="Arial" panose="020B0604020202020204" pitchFamily="34" charset="0"/>
              </a:rPr>
              <a:pPr algn="r" defTabSz="914400"/>
              <a:t>‹#›</a:t>
            </a:fld>
            <a:endParaRPr lang="en-US" sz="800">
              <a:solidFill>
                <a:prstClr val="black">
                  <a:lumMod val="50000"/>
                  <a:lumOff val="50000"/>
                </a:prstClr>
              </a:solidFill>
              <a:cs typeface="Arial" panose="020B0604020202020204" pitchFamily="34" charset="0"/>
            </a:endParaRPr>
          </a:p>
        </p:txBody>
      </p:sp>
    </p:spTree>
    <p:extLst>
      <p:ext uri="{BB962C8B-B14F-4D97-AF65-F5344CB8AC3E}">
        <p14:creationId xmlns:p14="http://schemas.microsoft.com/office/powerpoint/2010/main" val="98318594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userDrawn="1">
  <p:cSld name="Final Slide 1">
    <p:spTree>
      <p:nvGrpSpPr>
        <p:cNvPr id="1" name=""/>
        <p:cNvGrpSpPr/>
        <p:nvPr/>
      </p:nvGrpSpPr>
      <p:grpSpPr>
        <a:xfrm>
          <a:off x="0" y="0"/>
          <a:ext cx="0" cy="0"/>
          <a:chOff x="0" y="0"/>
          <a:chExt cx="0" cy="0"/>
        </a:xfrm>
      </p:grpSpPr>
      <p:sp>
        <p:nvSpPr>
          <p:cNvPr id="7" name="Rectangle 6"/>
          <p:cNvSpPr/>
          <p:nvPr userDrawn="1"/>
        </p:nvSpPr>
        <p:spPr>
          <a:xfrm>
            <a:off x="0" y="0"/>
            <a:ext cx="12192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4">
            <a:extLst>
              <a:ext uri="{FF2B5EF4-FFF2-40B4-BE49-F238E27FC236}">
                <a16:creationId xmlns:a16="http://schemas.microsoft.com/office/drawing/2014/main" id="{AEFD73FD-4310-4FE6-83F6-4ADDF1642E27}"/>
              </a:ext>
            </a:extLst>
          </p:cNvPr>
          <p:cNvSpPr>
            <a:spLocks/>
          </p:cNvSpPr>
          <p:nvPr userDrawn="1"/>
        </p:nvSpPr>
        <p:spPr bwMode="auto">
          <a:xfrm>
            <a:off x="1" y="0"/>
            <a:ext cx="5942703" cy="6858000"/>
          </a:xfrm>
          <a:custGeom>
            <a:avLst/>
            <a:gdLst>
              <a:gd name="connsiteX0" fmla="*/ 0 w 5942703"/>
              <a:gd name="connsiteY0" fmla="*/ 0 h 6858000"/>
              <a:gd name="connsiteX1" fmla="*/ 1934854 w 5942703"/>
              <a:gd name="connsiteY1" fmla="*/ 0 h 6858000"/>
              <a:gd name="connsiteX2" fmla="*/ 2016936 w 5942703"/>
              <a:gd name="connsiteY2" fmla="*/ 210681 h 6858000"/>
              <a:gd name="connsiteX3" fmla="*/ 5381513 w 5942703"/>
              <a:gd name="connsiteY3" fmla="*/ 2418544 h 6858000"/>
              <a:gd name="connsiteX4" fmla="*/ 3933862 w 5942703"/>
              <a:gd name="connsiteY4" fmla="*/ 6759409 h 6858000"/>
              <a:gd name="connsiteX5" fmla="*/ 3795861 w 5942703"/>
              <a:gd name="connsiteY5" fmla="*/ 6858000 h 6858000"/>
              <a:gd name="connsiteX6" fmla="*/ 0 w 5942703"/>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42703" h="6858000">
                <a:moveTo>
                  <a:pt x="0" y="0"/>
                </a:moveTo>
                <a:lnTo>
                  <a:pt x="1934854" y="0"/>
                </a:lnTo>
                <a:lnTo>
                  <a:pt x="2016936" y="210681"/>
                </a:lnTo>
                <a:cubicBezTo>
                  <a:pt x="3206701" y="3025068"/>
                  <a:pt x="5838311" y="3712297"/>
                  <a:pt x="5381513" y="2418544"/>
                </a:cubicBezTo>
                <a:cubicBezTo>
                  <a:pt x="6119798" y="2697936"/>
                  <a:pt x="6539698" y="4845048"/>
                  <a:pt x="3933862" y="6759409"/>
                </a:cubicBezTo>
                <a:lnTo>
                  <a:pt x="3795861" y="6858000"/>
                </a:lnTo>
                <a:lnTo>
                  <a:pt x="0" y="6858000"/>
                </a:lnTo>
                <a:close/>
              </a:path>
            </a:pathLst>
          </a:custGeom>
          <a:solidFill>
            <a:schemeClr val="accent3"/>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noAutofit/>
          </a:bodyPr>
          <a:lstStyle/>
          <a:p>
            <a:endParaRPr lang="en-US"/>
          </a:p>
        </p:txBody>
      </p:sp>
      <p:grpSp>
        <p:nvGrpSpPr>
          <p:cNvPr id="2" name="Group 5">
            <a:extLst>
              <a:ext uri="{FF2B5EF4-FFF2-40B4-BE49-F238E27FC236}">
                <a16:creationId xmlns:a16="http://schemas.microsoft.com/office/drawing/2014/main" id="{D1D61DEE-13C9-4E34-97DE-432882EEB993}"/>
              </a:ext>
            </a:extLst>
          </p:cNvPr>
          <p:cNvGrpSpPr/>
          <p:nvPr userDrawn="1"/>
        </p:nvGrpSpPr>
        <p:grpSpPr>
          <a:xfrm>
            <a:off x="4979035" y="2404110"/>
            <a:ext cx="735013" cy="682321"/>
            <a:chOff x="5662614" y="3032124"/>
            <a:chExt cx="863600" cy="801689"/>
          </a:xfrm>
        </p:grpSpPr>
        <p:sp>
          <p:nvSpPr>
            <p:cNvPr id="30" name="Freeform 9">
              <a:extLst>
                <a:ext uri="{FF2B5EF4-FFF2-40B4-BE49-F238E27FC236}">
                  <a16:creationId xmlns:a16="http://schemas.microsoft.com/office/drawing/2014/main" id="{CA8EB9FD-9EF8-467D-92C6-8B7B687106BA}"/>
                </a:ext>
              </a:extLst>
            </p:cNvPr>
            <p:cNvSpPr>
              <a:spLocks/>
            </p:cNvSpPr>
            <p:nvPr/>
          </p:nvSpPr>
          <p:spPr bwMode="auto">
            <a:xfrm>
              <a:off x="5959476" y="3368675"/>
              <a:ext cx="566738" cy="465138"/>
            </a:xfrm>
            <a:custGeom>
              <a:avLst/>
              <a:gdLst>
                <a:gd name="T0" fmla="*/ 99 w 149"/>
                <a:gd name="T1" fmla="*/ 85 h 122"/>
                <a:gd name="T2" fmla="*/ 149 w 149"/>
                <a:gd name="T3" fmla="*/ 34 h 122"/>
                <a:gd name="T4" fmla="*/ 112 w 149"/>
                <a:gd name="T5" fmla="*/ 0 h 122"/>
                <a:gd name="T6" fmla="*/ 39 w 149"/>
                <a:gd name="T7" fmla="*/ 78 h 122"/>
                <a:gd name="T8" fmla="*/ 0 w 149"/>
                <a:gd name="T9" fmla="*/ 114 h 122"/>
                <a:gd name="T10" fmla="*/ 29 w 149"/>
                <a:gd name="T11" fmla="*/ 122 h 122"/>
                <a:gd name="T12" fmla="*/ 99 w 149"/>
                <a:gd name="T13" fmla="*/ 99 h 122"/>
                <a:gd name="T14" fmla="*/ 64 w 149"/>
                <a:gd name="T15" fmla="*/ 68 h 122"/>
                <a:gd name="T16" fmla="*/ 99 w 149"/>
                <a:gd name="T17" fmla="*/ 85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9" h="122">
                  <a:moveTo>
                    <a:pt x="99" y="85"/>
                  </a:moveTo>
                  <a:cubicBezTo>
                    <a:pt x="127" y="85"/>
                    <a:pt x="149" y="62"/>
                    <a:pt x="149" y="34"/>
                  </a:cubicBezTo>
                  <a:cubicBezTo>
                    <a:pt x="147" y="22"/>
                    <a:pt x="143" y="0"/>
                    <a:pt x="112" y="0"/>
                  </a:cubicBezTo>
                  <a:cubicBezTo>
                    <a:pt x="78" y="0"/>
                    <a:pt x="67" y="48"/>
                    <a:pt x="39" y="78"/>
                  </a:cubicBezTo>
                  <a:cubicBezTo>
                    <a:pt x="37" y="96"/>
                    <a:pt x="20" y="111"/>
                    <a:pt x="0" y="114"/>
                  </a:cubicBezTo>
                  <a:cubicBezTo>
                    <a:pt x="5" y="119"/>
                    <a:pt x="16" y="122"/>
                    <a:pt x="29" y="122"/>
                  </a:cubicBezTo>
                  <a:cubicBezTo>
                    <a:pt x="54" y="122"/>
                    <a:pt x="84" y="115"/>
                    <a:pt x="99" y="99"/>
                  </a:cubicBezTo>
                  <a:cubicBezTo>
                    <a:pt x="78" y="100"/>
                    <a:pt x="65" y="86"/>
                    <a:pt x="64" y="68"/>
                  </a:cubicBezTo>
                  <a:cubicBezTo>
                    <a:pt x="74" y="80"/>
                    <a:pt x="85" y="85"/>
                    <a:pt x="99" y="85"/>
                  </a:cubicBezTo>
                </a:path>
              </a:pathLst>
            </a:custGeom>
            <a:solidFill>
              <a:srgbClr val="00B0D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1" name="Freeform 12">
              <a:extLst>
                <a:ext uri="{FF2B5EF4-FFF2-40B4-BE49-F238E27FC236}">
                  <a16:creationId xmlns:a16="http://schemas.microsoft.com/office/drawing/2014/main" id="{ED2560F6-388B-43F0-89C8-492914F4382E}"/>
                </a:ext>
              </a:extLst>
            </p:cNvPr>
            <p:cNvSpPr>
              <a:spLocks/>
            </p:cNvSpPr>
            <p:nvPr/>
          </p:nvSpPr>
          <p:spPr bwMode="auto">
            <a:xfrm>
              <a:off x="5662614" y="3032124"/>
              <a:ext cx="863600" cy="736599"/>
            </a:xfrm>
            <a:custGeom>
              <a:avLst/>
              <a:gdLst>
                <a:gd name="T0" fmla="*/ 227 w 227"/>
                <a:gd name="T1" fmla="*/ 120 h 193"/>
                <a:gd name="T2" fmla="*/ 188 w 227"/>
                <a:gd name="T3" fmla="*/ 40 h 193"/>
                <a:gd name="T4" fmla="*/ 127 w 227"/>
                <a:gd name="T5" fmla="*/ 3 h 193"/>
                <a:gd name="T6" fmla="*/ 122 w 227"/>
                <a:gd name="T7" fmla="*/ 0 h 193"/>
                <a:gd name="T8" fmla="*/ 122 w 227"/>
                <a:gd name="T9" fmla="*/ 0 h 193"/>
                <a:gd name="T10" fmla="*/ 0 w 227"/>
                <a:gd name="T11" fmla="*/ 125 h 193"/>
                <a:gd name="T12" fmla="*/ 42 w 227"/>
                <a:gd name="T13" fmla="*/ 187 h 193"/>
                <a:gd name="T14" fmla="*/ 85 w 227"/>
                <a:gd name="T15" fmla="*/ 188 h 193"/>
                <a:gd name="T16" fmla="*/ 117 w 227"/>
                <a:gd name="T17" fmla="*/ 166 h 193"/>
                <a:gd name="T18" fmla="*/ 190 w 227"/>
                <a:gd name="T19" fmla="*/ 88 h 193"/>
                <a:gd name="T20" fmla="*/ 227 w 227"/>
                <a:gd name="T21" fmla="*/ 122 h 193"/>
                <a:gd name="T22" fmla="*/ 227 w 227"/>
                <a:gd name="T23" fmla="*/ 120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27" h="193">
                  <a:moveTo>
                    <a:pt x="227" y="120"/>
                  </a:moveTo>
                  <a:cubicBezTo>
                    <a:pt x="226" y="89"/>
                    <a:pt x="211" y="62"/>
                    <a:pt x="188" y="40"/>
                  </a:cubicBezTo>
                  <a:cubicBezTo>
                    <a:pt x="170" y="24"/>
                    <a:pt x="149" y="12"/>
                    <a:pt x="127" y="3"/>
                  </a:cubicBezTo>
                  <a:cubicBezTo>
                    <a:pt x="125" y="2"/>
                    <a:pt x="123" y="1"/>
                    <a:pt x="122" y="0"/>
                  </a:cubicBezTo>
                  <a:cubicBezTo>
                    <a:pt x="122" y="0"/>
                    <a:pt x="122" y="0"/>
                    <a:pt x="122" y="0"/>
                  </a:cubicBezTo>
                  <a:cubicBezTo>
                    <a:pt x="94" y="33"/>
                    <a:pt x="0" y="57"/>
                    <a:pt x="0" y="125"/>
                  </a:cubicBezTo>
                  <a:cubicBezTo>
                    <a:pt x="0" y="152"/>
                    <a:pt x="17" y="177"/>
                    <a:pt x="42" y="187"/>
                  </a:cubicBezTo>
                  <a:cubicBezTo>
                    <a:pt x="56" y="193"/>
                    <a:pt x="71" y="193"/>
                    <a:pt x="85" y="188"/>
                  </a:cubicBezTo>
                  <a:cubicBezTo>
                    <a:pt x="98" y="184"/>
                    <a:pt x="108" y="176"/>
                    <a:pt x="117" y="166"/>
                  </a:cubicBezTo>
                  <a:cubicBezTo>
                    <a:pt x="145" y="136"/>
                    <a:pt x="156" y="88"/>
                    <a:pt x="190" y="88"/>
                  </a:cubicBezTo>
                  <a:cubicBezTo>
                    <a:pt x="221" y="88"/>
                    <a:pt x="225" y="110"/>
                    <a:pt x="227" y="122"/>
                  </a:cubicBezTo>
                  <a:cubicBezTo>
                    <a:pt x="227" y="122"/>
                    <a:pt x="227" y="121"/>
                    <a:pt x="227" y="120"/>
                  </a:cubicBezTo>
                </a:path>
              </a:pathLst>
            </a:custGeom>
            <a:solidFill>
              <a:srgbClr val="0075B1"/>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14" name="Rectangle 13"/>
          <p:cNvSpPr/>
          <p:nvPr userDrawn="1"/>
        </p:nvSpPr>
        <p:spPr>
          <a:xfrm>
            <a:off x="6536185" y="2886346"/>
            <a:ext cx="4638213" cy="149363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lvl="0" algn="just"/>
            <a:r>
              <a:rPr lang="en-GB" sz="900">
                <a:solidFill>
                  <a:schemeClr val="tx1"/>
                </a:solidFill>
                <a:effectLst/>
              </a:rPr>
              <a:t>Capgemini is a global leader in partnering with companies to transform and manage their business by harnessing the power of technology. The Group is guided everyday by its purpose of unleashing human energy through technology for an inclusive and sustainable future. It is a responsible and diverse organization of 270,000 team members in nearly 50 countries. With its strong 50 year heritage and deep industry expertise, Capgemini is trusted by its clients to address the entire breadth of their business needs, from strategy and design to operations, fuelled by the fast evolving and innovative world of cloud, data, AI, connectivity, software, digital engineering and platforms. The Group reported in 2020 global revenues of €16 billion.</a:t>
            </a:r>
            <a:endParaRPr lang="en-US" sz="900">
              <a:solidFill>
                <a:schemeClr val="tx1"/>
              </a:solidFill>
              <a:effectLst/>
            </a:endParaRPr>
          </a:p>
        </p:txBody>
      </p:sp>
      <p:sp>
        <p:nvSpPr>
          <p:cNvPr id="15" name="Rectangle 14"/>
          <p:cNvSpPr/>
          <p:nvPr userDrawn="1"/>
        </p:nvSpPr>
        <p:spPr>
          <a:xfrm>
            <a:off x="6536184" y="2507082"/>
            <a:ext cx="2219960" cy="22961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bodyPr>
          <a:lstStyle/>
          <a:p>
            <a:pPr>
              <a:lnSpc>
                <a:spcPts val="2000"/>
              </a:lnSpc>
            </a:pPr>
            <a:r>
              <a:rPr lang="en-US" sz="1400">
                <a:solidFill>
                  <a:schemeClr val="accent1"/>
                </a:solidFill>
              </a:rPr>
              <a:t>About Capgemini</a:t>
            </a:r>
          </a:p>
        </p:txBody>
      </p:sp>
      <p:sp>
        <p:nvSpPr>
          <p:cNvPr id="16" name="Rectangle 15"/>
          <p:cNvSpPr/>
          <p:nvPr userDrawn="1"/>
        </p:nvSpPr>
        <p:spPr>
          <a:xfrm>
            <a:off x="6536184" y="4461866"/>
            <a:ext cx="4345176" cy="40729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marL="0" marR="0" lvl="0" indent="0" algn="l" defTabSz="914400" rtl="0" eaLnBrk="1" fontAlgn="auto" latinLnBrk="0" hangingPunct="1">
              <a:lnSpc>
                <a:spcPts val="1200"/>
              </a:lnSpc>
              <a:spcBef>
                <a:spcPts val="0"/>
              </a:spcBef>
              <a:spcAft>
                <a:spcPts val="0"/>
              </a:spcAft>
              <a:buClrTx/>
              <a:buSzTx/>
              <a:buFontTx/>
              <a:buNone/>
              <a:tabLst/>
              <a:defRPr/>
            </a:pPr>
            <a:r>
              <a:rPr lang="en-GB" sz="900">
                <a:solidFill>
                  <a:schemeClr val="tx1"/>
                </a:solidFill>
                <a:effectLst/>
              </a:rPr>
              <a:t>Get the Future You Want </a:t>
            </a:r>
            <a:r>
              <a:rPr lang="en-US" sz="900">
                <a:solidFill>
                  <a:schemeClr val="tx1"/>
                </a:solidFill>
                <a:effectLst/>
              </a:rPr>
              <a:t>|</a:t>
            </a:r>
            <a:r>
              <a:rPr lang="en-GB" sz="900">
                <a:solidFill>
                  <a:schemeClr val="tx1"/>
                </a:solidFill>
                <a:effectLst/>
              </a:rPr>
              <a:t> </a:t>
            </a:r>
            <a:r>
              <a:rPr lang="en-US" sz="1050">
                <a:solidFill>
                  <a:schemeClr val="accent2"/>
                </a:solidFill>
              </a:rPr>
              <a:t>www.capgemini.com</a:t>
            </a:r>
          </a:p>
        </p:txBody>
      </p:sp>
      <p:pic>
        <p:nvPicPr>
          <p:cNvPr id="17" name="Picture 2" descr="D:\My Work\Template\Icons\Social Media\LinkedIN.png">
            <a:hlinkClick r:id="rId2"/>
          </p:cNvPr>
          <p:cNvPicPr>
            <a:picLocks noChangeAspect="1" noChangeArrowheads="1"/>
          </p:cNvPicPr>
          <p:nvPr userDrawn="1"/>
        </p:nvPicPr>
        <p:blipFill>
          <a:blip r:embed="rId3" cstate="print"/>
          <a:srcRect/>
          <a:stretch>
            <a:fillRect/>
          </a:stretch>
        </p:blipFill>
        <p:spPr bwMode="auto">
          <a:xfrm>
            <a:off x="810097" y="4968013"/>
            <a:ext cx="333195" cy="333195"/>
          </a:xfrm>
          <a:prstGeom prst="rect">
            <a:avLst/>
          </a:prstGeom>
          <a:noFill/>
        </p:spPr>
      </p:pic>
      <p:pic>
        <p:nvPicPr>
          <p:cNvPr id="18" name="Picture 4" descr="D:\My Work\Template\Icons\Social Media\SlideShare.png">
            <a:hlinkClick r:id="rId4"/>
          </p:cNvPr>
          <p:cNvPicPr>
            <a:picLocks noChangeAspect="1" noChangeArrowheads="1"/>
          </p:cNvPicPr>
          <p:nvPr userDrawn="1"/>
        </p:nvPicPr>
        <p:blipFill>
          <a:blip r:embed="rId5" cstate="print"/>
          <a:srcRect/>
          <a:stretch>
            <a:fillRect/>
          </a:stretch>
        </p:blipFill>
        <p:spPr bwMode="auto">
          <a:xfrm>
            <a:off x="1193474" y="4968013"/>
            <a:ext cx="333195" cy="333195"/>
          </a:xfrm>
          <a:prstGeom prst="rect">
            <a:avLst/>
          </a:prstGeom>
          <a:noFill/>
        </p:spPr>
      </p:pic>
      <p:pic>
        <p:nvPicPr>
          <p:cNvPr id="19" name="Picture 5" descr="D:\My Work\Template\Icons\Social Media\Twitter.png">
            <a:hlinkClick r:id="rId6"/>
          </p:cNvPr>
          <p:cNvPicPr>
            <a:picLocks noChangeAspect="1" noChangeArrowheads="1"/>
          </p:cNvPicPr>
          <p:nvPr userDrawn="1"/>
        </p:nvPicPr>
        <p:blipFill>
          <a:blip r:embed="rId7" cstate="print"/>
          <a:srcRect/>
          <a:stretch>
            <a:fillRect/>
          </a:stretch>
        </p:blipFill>
        <p:spPr bwMode="auto">
          <a:xfrm>
            <a:off x="1576851" y="4968013"/>
            <a:ext cx="333195" cy="333195"/>
          </a:xfrm>
          <a:prstGeom prst="rect">
            <a:avLst/>
          </a:prstGeom>
          <a:noFill/>
        </p:spPr>
      </p:pic>
      <p:pic>
        <p:nvPicPr>
          <p:cNvPr id="20" name="Picture 6" descr="D:\My Work\Template\Icons\Social Media\YouTube.png">
            <a:hlinkClick r:id="rId8"/>
          </p:cNvPr>
          <p:cNvPicPr>
            <a:picLocks noChangeAspect="1" noChangeArrowheads="1"/>
          </p:cNvPicPr>
          <p:nvPr userDrawn="1"/>
        </p:nvPicPr>
        <p:blipFill>
          <a:blip r:embed="rId9" cstate="print"/>
          <a:srcRect/>
          <a:stretch>
            <a:fillRect/>
          </a:stretch>
        </p:blipFill>
        <p:spPr bwMode="auto">
          <a:xfrm>
            <a:off x="1960227" y="4968013"/>
            <a:ext cx="333195" cy="333195"/>
          </a:xfrm>
          <a:prstGeom prst="rect">
            <a:avLst/>
          </a:prstGeom>
          <a:noFill/>
        </p:spPr>
      </p:pic>
      <p:pic>
        <p:nvPicPr>
          <p:cNvPr id="21" name="Picture 7" descr="D:\My Work\Template\Icons\Social Media\Facebook.png">
            <a:hlinkClick r:id="rId10"/>
          </p:cNvPr>
          <p:cNvPicPr>
            <a:picLocks noChangeAspect="1" noChangeArrowheads="1"/>
          </p:cNvPicPr>
          <p:nvPr userDrawn="1"/>
        </p:nvPicPr>
        <p:blipFill>
          <a:blip r:embed="rId11" cstate="print"/>
          <a:srcRect/>
          <a:stretch>
            <a:fillRect/>
          </a:stretch>
        </p:blipFill>
        <p:spPr bwMode="auto">
          <a:xfrm>
            <a:off x="426720" y="4968013"/>
            <a:ext cx="333195" cy="333195"/>
          </a:xfrm>
          <a:prstGeom prst="rect">
            <a:avLst/>
          </a:prstGeom>
          <a:noFill/>
        </p:spPr>
      </p:pic>
      <p:sp>
        <p:nvSpPr>
          <p:cNvPr id="23" name="Rectangle 22"/>
          <p:cNvSpPr/>
          <p:nvPr userDrawn="1"/>
        </p:nvSpPr>
        <p:spPr>
          <a:xfrm>
            <a:off x="426720" y="5764024"/>
            <a:ext cx="4013280" cy="446276"/>
          </a:xfrm>
          <a:prstGeom prst="rect">
            <a:avLst/>
          </a:prstGeom>
        </p:spPr>
        <p:txBody>
          <a:bodyPr wrap="square" lIns="0" tIns="0" rIns="0" bIns="0" anchor="b" anchorCtr="0">
            <a:spAutoFit/>
          </a:bodyPr>
          <a:lstStyle/>
          <a:p>
            <a:pPr>
              <a:spcAft>
                <a:spcPts val="600"/>
              </a:spcAft>
            </a:pPr>
            <a:r>
              <a:rPr lang="en-US" sz="800" noProof="0">
                <a:solidFill>
                  <a:schemeClr val="bg1"/>
                </a:solidFill>
                <a:latin typeface="+mn-lt"/>
                <a:cs typeface="Arial"/>
              </a:rPr>
              <a:t>This presentation contains information that may be privileged or confidential and is the property of the Capgemini Group.</a:t>
            </a:r>
          </a:p>
          <a:p>
            <a:pPr>
              <a:spcAft>
                <a:spcPts val="600"/>
              </a:spcAft>
            </a:pPr>
            <a:r>
              <a:rPr lang="en-US" sz="800" noProof="0">
                <a:solidFill>
                  <a:schemeClr val="bg1"/>
                </a:solidFill>
                <a:latin typeface="Arial"/>
                <a:cs typeface="Arial"/>
              </a:rPr>
              <a:t>Copyright © 2021 Capgemini. All rights reserved.</a:t>
            </a:r>
          </a:p>
        </p:txBody>
      </p:sp>
      <p:sp>
        <p:nvSpPr>
          <p:cNvPr id="25" name="Rectangle 24">
            <a:hlinkClick r:id="rId12"/>
          </p:cNvPr>
          <p:cNvSpPr/>
          <p:nvPr userDrawn="1"/>
        </p:nvSpPr>
        <p:spPr>
          <a:xfrm>
            <a:off x="7489902" y="3812094"/>
            <a:ext cx="2336088" cy="124676"/>
          </a:xfrm>
          <a:prstGeom prst="rect">
            <a:avLst/>
          </a:prstGeom>
          <a:solidFill>
            <a:schemeClr val="accent2">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Rectangle 25">
            <a:hlinkClick r:id="rId13"/>
          </p:cNvPr>
          <p:cNvSpPr/>
          <p:nvPr userDrawn="1"/>
        </p:nvSpPr>
        <p:spPr>
          <a:xfrm>
            <a:off x="10730865" y="3812094"/>
            <a:ext cx="704850" cy="124676"/>
          </a:xfrm>
          <a:prstGeom prst="rect">
            <a:avLst/>
          </a:prstGeom>
          <a:solidFill>
            <a:schemeClr val="accent2">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07768223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userDrawn="1">
  <p:cSld name="Content 3 column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Text Placeholder 7">
            <a:extLst>
              <a:ext uri="{FF2B5EF4-FFF2-40B4-BE49-F238E27FC236}">
                <a16:creationId xmlns:a16="http://schemas.microsoft.com/office/drawing/2014/main" id="{27CE2609-37DA-4C4C-BF45-E56CE85AA41D}"/>
              </a:ext>
            </a:extLst>
          </p:cNvPr>
          <p:cNvSpPr>
            <a:spLocks noGrp="1"/>
          </p:cNvSpPr>
          <p:nvPr>
            <p:ph type="body" sz="quarter" idx="10"/>
          </p:nvPr>
        </p:nvSpPr>
        <p:spPr>
          <a:xfrm>
            <a:off x="227350" y="2205319"/>
            <a:ext cx="3537827"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7">
            <a:extLst>
              <a:ext uri="{FF2B5EF4-FFF2-40B4-BE49-F238E27FC236}">
                <a16:creationId xmlns:a16="http://schemas.microsoft.com/office/drawing/2014/main" id="{D8D7F005-BA7C-423E-87B0-6782D88233F6}"/>
              </a:ext>
            </a:extLst>
          </p:cNvPr>
          <p:cNvSpPr>
            <a:spLocks noGrp="1"/>
          </p:cNvSpPr>
          <p:nvPr>
            <p:ph type="body" sz="quarter" idx="12" hasCustomPrompt="1"/>
          </p:nvPr>
        </p:nvSpPr>
        <p:spPr>
          <a:xfrm>
            <a:off x="227350" y="1420989"/>
            <a:ext cx="3537827"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400" rtl="0" eaLnBrk="1" latinLnBrk="0" hangingPunct="1">
              <a:lnSpc>
                <a:spcPct val="100000"/>
              </a:lnSpc>
              <a:spcBef>
                <a:spcPts val="1000"/>
              </a:spcBef>
              <a:buFont typeface="Arial" panose="020B0604020202020204" pitchFamily="34" charset="0"/>
              <a:buNone/>
            </a:pPr>
            <a:r>
              <a:rPr lang="en-US"/>
              <a:t>Click to insert title</a:t>
            </a:r>
          </a:p>
        </p:txBody>
      </p:sp>
      <p:sp>
        <p:nvSpPr>
          <p:cNvPr id="9" name="Text Placeholder 7">
            <a:extLst>
              <a:ext uri="{FF2B5EF4-FFF2-40B4-BE49-F238E27FC236}">
                <a16:creationId xmlns:a16="http://schemas.microsoft.com/office/drawing/2014/main" id="{27CE2609-37DA-4C4C-BF45-E56CE85AA41D}"/>
              </a:ext>
            </a:extLst>
          </p:cNvPr>
          <p:cNvSpPr>
            <a:spLocks noGrp="1"/>
          </p:cNvSpPr>
          <p:nvPr>
            <p:ph type="body" sz="quarter" idx="14"/>
          </p:nvPr>
        </p:nvSpPr>
        <p:spPr>
          <a:xfrm>
            <a:off x="4313358" y="2205319"/>
            <a:ext cx="3537827"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7">
            <a:extLst>
              <a:ext uri="{FF2B5EF4-FFF2-40B4-BE49-F238E27FC236}">
                <a16:creationId xmlns:a16="http://schemas.microsoft.com/office/drawing/2014/main" id="{D8D7F005-BA7C-423E-87B0-6782D88233F6}"/>
              </a:ext>
            </a:extLst>
          </p:cNvPr>
          <p:cNvSpPr>
            <a:spLocks noGrp="1"/>
          </p:cNvSpPr>
          <p:nvPr>
            <p:ph type="body" sz="quarter" idx="15" hasCustomPrompt="1"/>
          </p:nvPr>
        </p:nvSpPr>
        <p:spPr>
          <a:xfrm>
            <a:off x="4313358" y="1420989"/>
            <a:ext cx="3537827"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400" rtl="0" eaLnBrk="1" latinLnBrk="0" hangingPunct="1">
              <a:lnSpc>
                <a:spcPct val="100000"/>
              </a:lnSpc>
              <a:spcBef>
                <a:spcPts val="1000"/>
              </a:spcBef>
              <a:buFont typeface="Arial" panose="020B0604020202020204" pitchFamily="34" charset="0"/>
              <a:buNone/>
            </a:pPr>
            <a:r>
              <a:rPr lang="en-US"/>
              <a:t>Click to insert title</a:t>
            </a:r>
          </a:p>
        </p:txBody>
      </p:sp>
      <p:sp>
        <p:nvSpPr>
          <p:cNvPr id="11" name="Text Placeholder 7">
            <a:extLst>
              <a:ext uri="{FF2B5EF4-FFF2-40B4-BE49-F238E27FC236}">
                <a16:creationId xmlns:a16="http://schemas.microsoft.com/office/drawing/2014/main" id="{27CE2609-37DA-4C4C-BF45-E56CE85AA41D}"/>
              </a:ext>
            </a:extLst>
          </p:cNvPr>
          <p:cNvSpPr>
            <a:spLocks noGrp="1"/>
          </p:cNvSpPr>
          <p:nvPr>
            <p:ph type="body" sz="quarter" idx="16"/>
          </p:nvPr>
        </p:nvSpPr>
        <p:spPr>
          <a:xfrm>
            <a:off x="8384125" y="2205319"/>
            <a:ext cx="3537827"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Text Placeholder 7">
            <a:extLst>
              <a:ext uri="{FF2B5EF4-FFF2-40B4-BE49-F238E27FC236}">
                <a16:creationId xmlns:a16="http://schemas.microsoft.com/office/drawing/2014/main" id="{D8D7F005-BA7C-423E-87B0-6782D88233F6}"/>
              </a:ext>
            </a:extLst>
          </p:cNvPr>
          <p:cNvSpPr>
            <a:spLocks noGrp="1"/>
          </p:cNvSpPr>
          <p:nvPr>
            <p:ph type="body" sz="quarter" idx="17" hasCustomPrompt="1"/>
          </p:nvPr>
        </p:nvSpPr>
        <p:spPr>
          <a:xfrm>
            <a:off x="8384125" y="1420989"/>
            <a:ext cx="3537827"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400" rtl="0" eaLnBrk="1" latinLnBrk="0" hangingPunct="1">
              <a:lnSpc>
                <a:spcPct val="100000"/>
              </a:lnSpc>
              <a:spcBef>
                <a:spcPts val="1000"/>
              </a:spcBef>
              <a:buFont typeface="Arial" panose="020B0604020202020204" pitchFamily="34" charset="0"/>
              <a:buNone/>
            </a:pPr>
            <a:r>
              <a:rPr lang="en-US"/>
              <a:t>Click to insert title</a:t>
            </a:r>
          </a:p>
        </p:txBody>
      </p:sp>
    </p:spTree>
    <p:extLst>
      <p:ext uri="{BB962C8B-B14F-4D97-AF65-F5344CB8AC3E}">
        <p14:creationId xmlns:p14="http://schemas.microsoft.com/office/powerpoint/2010/main" val="65774580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grpSp>
        <p:nvGrpSpPr>
          <p:cNvPr id="10" name="Groupe 1">
            <a:extLst>
              <a:ext uri="{FF2B5EF4-FFF2-40B4-BE49-F238E27FC236}">
                <a16:creationId xmlns:a16="http://schemas.microsoft.com/office/drawing/2014/main" id="{51FFF118-98EE-8DA3-DBD4-BAFD857D317B}"/>
              </a:ext>
            </a:extLst>
          </p:cNvPr>
          <p:cNvGrpSpPr>
            <a:grpSpLocks noChangeAspect="1"/>
          </p:cNvGrpSpPr>
          <p:nvPr userDrawn="1"/>
        </p:nvGrpSpPr>
        <p:grpSpPr>
          <a:xfrm>
            <a:off x="11562163" y="205059"/>
            <a:ext cx="419436" cy="388988"/>
            <a:chOff x="11501102" y="171573"/>
            <a:chExt cx="419436" cy="388988"/>
          </a:xfrm>
          <a:solidFill>
            <a:schemeClr val="tx1"/>
          </a:solidFill>
        </p:grpSpPr>
        <p:sp>
          <p:nvSpPr>
            <p:cNvPr id="11" name="Freeform 13">
              <a:extLst>
                <a:ext uri="{FF2B5EF4-FFF2-40B4-BE49-F238E27FC236}">
                  <a16:creationId xmlns:a16="http://schemas.microsoft.com/office/drawing/2014/main" id="{6B25F92B-C157-3ACB-55CE-8C228CF85F76}"/>
                </a:ext>
              </a:extLst>
            </p:cNvPr>
            <p:cNvSpPr>
              <a:spLocks/>
            </p:cNvSpPr>
            <p:nvPr userDrawn="1"/>
          </p:nvSpPr>
          <p:spPr bwMode="auto">
            <a:xfrm>
              <a:off x="11644642" y="334376"/>
              <a:ext cx="275896" cy="226185"/>
            </a:xfrm>
            <a:custGeom>
              <a:avLst/>
              <a:gdLst/>
              <a:ahLst/>
              <a:cxnLst>
                <a:cxn ang="0">
                  <a:pos x="125" y="107"/>
                </a:cxn>
                <a:cxn ang="0">
                  <a:pos x="188" y="43"/>
                </a:cxn>
                <a:cxn ang="0">
                  <a:pos x="141" y="0"/>
                </a:cxn>
                <a:cxn ang="0">
                  <a:pos x="49" y="99"/>
                </a:cxn>
                <a:cxn ang="0">
                  <a:pos x="0" y="144"/>
                </a:cxn>
                <a:cxn ang="0">
                  <a:pos x="37" y="154"/>
                </a:cxn>
                <a:cxn ang="0">
                  <a:pos x="125" y="125"/>
                </a:cxn>
                <a:cxn ang="0">
                  <a:pos x="81" y="86"/>
                </a:cxn>
                <a:cxn ang="0">
                  <a:pos x="125" y="107"/>
                </a:cxn>
              </a:cxnLst>
              <a:rect l="0" t="0" r="r" b="b"/>
              <a:pathLst>
                <a:path w="188" h="154">
                  <a:moveTo>
                    <a:pt x="125" y="107"/>
                  </a:moveTo>
                  <a:cubicBezTo>
                    <a:pt x="160" y="107"/>
                    <a:pt x="188" y="78"/>
                    <a:pt x="188" y="43"/>
                  </a:cubicBezTo>
                  <a:cubicBezTo>
                    <a:pt x="186" y="28"/>
                    <a:pt x="181" y="0"/>
                    <a:pt x="141" y="0"/>
                  </a:cubicBezTo>
                  <a:cubicBezTo>
                    <a:pt x="99" y="0"/>
                    <a:pt x="84" y="60"/>
                    <a:pt x="49" y="99"/>
                  </a:cubicBezTo>
                  <a:cubicBezTo>
                    <a:pt x="47" y="121"/>
                    <a:pt x="26" y="140"/>
                    <a:pt x="0" y="144"/>
                  </a:cubicBezTo>
                  <a:cubicBezTo>
                    <a:pt x="6" y="150"/>
                    <a:pt x="20" y="154"/>
                    <a:pt x="37" y="154"/>
                  </a:cubicBezTo>
                  <a:cubicBezTo>
                    <a:pt x="68" y="154"/>
                    <a:pt x="106" y="145"/>
                    <a:pt x="125" y="125"/>
                  </a:cubicBezTo>
                  <a:cubicBezTo>
                    <a:pt x="99" y="126"/>
                    <a:pt x="82" y="109"/>
                    <a:pt x="81" y="86"/>
                  </a:cubicBezTo>
                  <a:cubicBezTo>
                    <a:pt x="93" y="101"/>
                    <a:pt x="108" y="107"/>
                    <a:pt x="125" y="107"/>
                  </a:cubicBezTo>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a:latin typeface="Ubuntu" panose="020B0504030602030204" pitchFamily="34" charset="0"/>
              </a:endParaRPr>
            </a:p>
          </p:txBody>
        </p:sp>
        <p:sp>
          <p:nvSpPr>
            <p:cNvPr id="12" name="Freeform 14">
              <a:extLst>
                <a:ext uri="{FF2B5EF4-FFF2-40B4-BE49-F238E27FC236}">
                  <a16:creationId xmlns:a16="http://schemas.microsoft.com/office/drawing/2014/main" id="{CF1B011F-6FE9-3EE4-8000-222C8F9DE235}"/>
                </a:ext>
              </a:extLst>
            </p:cNvPr>
            <p:cNvSpPr>
              <a:spLocks/>
            </p:cNvSpPr>
            <p:nvPr userDrawn="1"/>
          </p:nvSpPr>
          <p:spPr bwMode="auto">
            <a:xfrm>
              <a:off x="11501102" y="171573"/>
              <a:ext cx="419436" cy="356676"/>
            </a:xfrm>
            <a:custGeom>
              <a:avLst/>
              <a:gdLst/>
              <a:ahLst/>
              <a:cxnLst>
                <a:cxn ang="0">
                  <a:pos x="286" y="152"/>
                </a:cxn>
                <a:cxn ang="0">
                  <a:pos x="237" y="51"/>
                </a:cxn>
                <a:cxn ang="0">
                  <a:pos x="160" y="3"/>
                </a:cxn>
                <a:cxn ang="0">
                  <a:pos x="153" y="0"/>
                </a:cxn>
                <a:cxn ang="0">
                  <a:pos x="153" y="0"/>
                </a:cxn>
                <a:cxn ang="0">
                  <a:pos x="0" y="158"/>
                </a:cxn>
                <a:cxn ang="0">
                  <a:pos x="53" y="236"/>
                </a:cxn>
                <a:cxn ang="0">
                  <a:pos x="107" y="237"/>
                </a:cxn>
                <a:cxn ang="0">
                  <a:pos x="147" y="210"/>
                </a:cxn>
                <a:cxn ang="0">
                  <a:pos x="239" y="111"/>
                </a:cxn>
                <a:cxn ang="0">
                  <a:pos x="286" y="154"/>
                </a:cxn>
                <a:cxn ang="0">
                  <a:pos x="286" y="152"/>
                </a:cxn>
              </a:cxnLst>
              <a:rect l="0" t="0" r="r" b="b"/>
              <a:pathLst>
                <a:path w="286" h="243">
                  <a:moveTo>
                    <a:pt x="286" y="152"/>
                  </a:moveTo>
                  <a:cubicBezTo>
                    <a:pt x="286" y="112"/>
                    <a:pt x="266" y="78"/>
                    <a:pt x="237" y="51"/>
                  </a:cubicBezTo>
                  <a:cubicBezTo>
                    <a:pt x="215" y="30"/>
                    <a:pt x="188" y="15"/>
                    <a:pt x="160" y="3"/>
                  </a:cubicBezTo>
                  <a:cubicBezTo>
                    <a:pt x="158" y="2"/>
                    <a:pt x="156" y="1"/>
                    <a:pt x="153" y="0"/>
                  </a:cubicBezTo>
                  <a:cubicBezTo>
                    <a:pt x="153" y="0"/>
                    <a:pt x="153" y="0"/>
                    <a:pt x="153" y="0"/>
                  </a:cubicBezTo>
                  <a:cubicBezTo>
                    <a:pt x="119" y="41"/>
                    <a:pt x="0" y="72"/>
                    <a:pt x="0" y="158"/>
                  </a:cubicBezTo>
                  <a:cubicBezTo>
                    <a:pt x="0" y="192"/>
                    <a:pt x="21" y="224"/>
                    <a:pt x="53" y="236"/>
                  </a:cubicBezTo>
                  <a:cubicBezTo>
                    <a:pt x="71" y="243"/>
                    <a:pt x="89" y="243"/>
                    <a:pt x="107" y="237"/>
                  </a:cubicBezTo>
                  <a:cubicBezTo>
                    <a:pt x="123" y="232"/>
                    <a:pt x="136" y="222"/>
                    <a:pt x="147" y="210"/>
                  </a:cubicBezTo>
                  <a:cubicBezTo>
                    <a:pt x="182" y="171"/>
                    <a:pt x="197" y="111"/>
                    <a:pt x="239" y="111"/>
                  </a:cubicBezTo>
                  <a:cubicBezTo>
                    <a:pt x="279" y="111"/>
                    <a:pt x="284" y="139"/>
                    <a:pt x="286" y="154"/>
                  </a:cubicBezTo>
                  <a:cubicBezTo>
                    <a:pt x="286" y="154"/>
                    <a:pt x="286" y="153"/>
                    <a:pt x="286" y="152"/>
                  </a:cubicBezTo>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a:latin typeface="Ubuntu" panose="020B0504030602030204" pitchFamily="34" charset="0"/>
              </a:endParaRPr>
            </a:p>
          </p:txBody>
        </p:sp>
      </p:grpSp>
      <p:sp>
        <p:nvSpPr>
          <p:cNvPr id="2" name="Title Placeholder 1">
            <a:extLst>
              <a:ext uri="{FF2B5EF4-FFF2-40B4-BE49-F238E27FC236}">
                <a16:creationId xmlns:a16="http://schemas.microsoft.com/office/drawing/2014/main" id="{3371DBC7-A563-4787-896F-A8C55AC39541}"/>
              </a:ext>
            </a:extLst>
          </p:cNvPr>
          <p:cNvSpPr>
            <a:spLocks noGrp="1"/>
          </p:cNvSpPr>
          <p:nvPr>
            <p:ph type="title"/>
          </p:nvPr>
        </p:nvSpPr>
        <p:spPr>
          <a:xfrm>
            <a:off x="304800" y="304800"/>
            <a:ext cx="11582400" cy="638175"/>
          </a:xfrm>
          <a:prstGeom prst="rect">
            <a:avLst/>
          </a:prstGeom>
        </p:spPr>
        <p:txBody>
          <a:bodyPr vert="horz" lIns="0" tIns="45720" rIns="0" bIns="45720" rtlCol="0" anchor="t">
            <a:noAutofit/>
          </a:bodyPr>
          <a:lstStyle/>
          <a:p>
            <a:r>
              <a:rPr lang="en-US"/>
              <a:t>Click to edit Master title style</a:t>
            </a:r>
          </a:p>
        </p:txBody>
      </p:sp>
      <p:sp>
        <p:nvSpPr>
          <p:cNvPr id="3" name="Text Placeholder 2">
            <a:extLst>
              <a:ext uri="{FF2B5EF4-FFF2-40B4-BE49-F238E27FC236}">
                <a16:creationId xmlns:a16="http://schemas.microsoft.com/office/drawing/2014/main" id="{8BD4A25B-ECC2-4D0E-BA51-828900AA1150}"/>
              </a:ext>
            </a:extLst>
          </p:cNvPr>
          <p:cNvSpPr>
            <a:spLocks noGrp="1"/>
          </p:cNvSpPr>
          <p:nvPr>
            <p:ph type="body" idx="1"/>
          </p:nvPr>
        </p:nvSpPr>
        <p:spPr>
          <a:xfrm>
            <a:off x="304801" y="1485900"/>
            <a:ext cx="11582400" cy="1855893"/>
          </a:xfrm>
          <a:prstGeom prst="rect">
            <a:avLst/>
          </a:prstGeom>
        </p:spPr>
        <p:txBody>
          <a:bodyPr vert="horz" lIns="0" tIns="45720" rIns="0" bIns="4572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Box 3">
            <a:extLst>
              <a:ext uri="{FF2B5EF4-FFF2-40B4-BE49-F238E27FC236}">
                <a16:creationId xmlns:a16="http://schemas.microsoft.com/office/drawing/2014/main" id="{4CAD4279-FBF3-4755-ADA6-63C789BE8BA1}"/>
              </a:ext>
            </a:extLst>
          </p:cNvPr>
          <p:cNvSpPr txBox="1">
            <a:spLocks noChangeArrowheads="1"/>
          </p:cNvSpPr>
          <p:nvPr userDrawn="1"/>
        </p:nvSpPr>
        <p:spPr bwMode="white">
          <a:xfrm>
            <a:off x="7924801" y="6544949"/>
            <a:ext cx="3962400" cy="107722"/>
          </a:xfrm>
          <a:prstGeom prst="rect">
            <a:avLst/>
          </a:prstGeom>
          <a:noFill/>
          <a:ln>
            <a:noFill/>
          </a:ln>
        </p:spPr>
        <p:txBody>
          <a:bodyPr lIns="0" tIns="0" rIns="0" bIns="0">
            <a:spAutoFit/>
          </a:bodyPr>
          <a:lstStyle>
            <a:lvl1pPr>
              <a:defRPr>
                <a:solidFill>
                  <a:schemeClr val="tx1"/>
                </a:solidFill>
                <a:latin typeface="+mn-lt"/>
              </a:defRPr>
            </a:lvl1pPr>
            <a:lvl2pPr marL="742950" indent="-285750">
              <a:defRPr>
                <a:solidFill>
                  <a:schemeClr val="tx1"/>
                </a:solidFill>
                <a:latin typeface="+mn-lt"/>
              </a:defRPr>
            </a:lvl2pPr>
            <a:lvl3pPr marL="1143000" indent="-228600">
              <a:defRPr>
                <a:solidFill>
                  <a:schemeClr val="tx1"/>
                </a:solidFill>
                <a:latin typeface="+mn-lt"/>
              </a:defRPr>
            </a:lvl3pPr>
            <a:lvl4pPr marL="1600200" indent="-228600">
              <a:defRPr>
                <a:solidFill>
                  <a:schemeClr val="tx1"/>
                </a:solidFill>
                <a:latin typeface="+mn-lt"/>
              </a:defRPr>
            </a:lvl4pPr>
            <a:lvl5pPr marL="2057400" indent="-228600">
              <a:defRPr>
                <a:solidFill>
                  <a:schemeClr val="tx1"/>
                </a:solidFill>
                <a:latin typeface="+mn-lt"/>
              </a:defRPr>
            </a:lvl5pPr>
            <a:lvl6pPr marL="2514600" indent="-228600" defTabSz="457200" fontAlgn="base">
              <a:spcBef>
                <a:spcPct val="0"/>
              </a:spcBef>
              <a:spcAft>
                <a:spcPct val="0"/>
              </a:spcAft>
              <a:defRPr>
                <a:solidFill>
                  <a:schemeClr val="tx1"/>
                </a:solidFill>
                <a:latin typeface="+mn-lt"/>
              </a:defRPr>
            </a:lvl6pPr>
            <a:lvl7pPr marL="2971800" indent="-228600" defTabSz="457200" fontAlgn="base">
              <a:spcBef>
                <a:spcPct val="0"/>
              </a:spcBef>
              <a:spcAft>
                <a:spcPct val="0"/>
              </a:spcAft>
              <a:defRPr>
                <a:solidFill>
                  <a:schemeClr val="tx1"/>
                </a:solidFill>
                <a:latin typeface="+mn-lt"/>
              </a:defRPr>
            </a:lvl7pPr>
            <a:lvl8pPr marL="3429000" indent="-228600" defTabSz="457200" fontAlgn="base">
              <a:spcBef>
                <a:spcPct val="0"/>
              </a:spcBef>
              <a:spcAft>
                <a:spcPct val="0"/>
              </a:spcAft>
              <a:defRPr>
                <a:solidFill>
                  <a:schemeClr val="tx1"/>
                </a:solidFill>
                <a:latin typeface="+mn-lt"/>
              </a:defRPr>
            </a:lvl8pPr>
            <a:lvl9pPr marL="3886200" indent="-228600" defTabSz="457200" fontAlgn="base">
              <a:spcBef>
                <a:spcPct val="0"/>
              </a:spcBef>
              <a:spcAft>
                <a:spcPct val="0"/>
              </a:spcAft>
              <a:defRPr>
                <a:solidFill>
                  <a:schemeClr val="tx1"/>
                </a:solidFill>
                <a:latin typeface="+mn-lt"/>
              </a:defRPr>
            </a:lvl9pPr>
          </a:lstStyle>
          <a:p>
            <a:pPr algn="r" defTabSz="1097212" eaLnBrk="1" fontAlgn="auto" hangingPunct="1">
              <a:spcBef>
                <a:spcPts val="0"/>
              </a:spcBef>
              <a:spcAft>
                <a:spcPts val="0"/>
              </a:spcAft>
              <a:defRPr/>
            </a:pPr>
            <a:r>
              <a:rPr lang="en-US" altLang="x-none" sz="700" b="0" i="0">
                <a:solidFill>
                  <a:schemeClr val="tx1"/>
                </a:solidFill>
                <a:latin typeface="Ubuntu" panose="020B0504030602030204" pitchFamily="34" charset="0"/>
                <a:ea typeface="Amazon Ember Display" panose="020F0603020204020204" pitchFamily="34" charset="0"/>
                <a:cs typeface="Amazon Ember Display" panose="020F0603020204020204" pitchFamily="34" charset="0"/>
              </a:rPr>
              <a:t>© 2024, Capgemini S.p.A. or its affiliates. All rights reserved.</a:t>
            </a:r>
          </a:p>
        </p:txBody>
      </p:sp>
    </p:spTree>
    <p:extLst>
      <p:ext uri="{BB962C8B-B14F-4D97-AF65-F5344CB8AC3E}">
        <p14:creationId xmlns:p14="http://schemas.microsoft.com/office/powerpoint/2010/main" val="385484851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Lst>
  <p:txStyles>
    <p:titleStyle>
      <a:lvl1pPr algn="l" defTabSz="914400" rtl="0" eaLnBrk="1" latinLnBrk="0" hangingPunct="1">
        <a:lnSpc>
          <a:spcPct val="90000"/>
        </a:lnSpc>
        <a:spcBef>
          <a:spcPct val="0"/>
        </a:spcBef>
        <a:buNone/>
        <a:defRPr sz="3600" kern="1200" spc="-100" baseline="0">
          <a:solidFill>
            <a:schemeClr val="tx1"/>
          </a:solidFill>
          <a:latin typeface="Ubuntu" panose="020B0504030602030204" pitchFamily="34" charset="0"/>
          <a:ea typeface="+mj-ea"/>
          <a:cs typeface="+mj-cs"/>
        </a:defRPr>
      </a:lvl1pPr>
    </p:titleStyle>
    <p:bodyStyle>
      <a:lvl1pPr marL="228600" indent="-228600" algn="l" defTabSz="914400" rtl="0" eaLnBrk="1" latinLnBrk="0" hangingPunct="1">
        <a:lnSpc>
          <a:spcPct val="90000"/>
        </a:lnSpc>
        <a:spcBef>
          <a:spcPts val="0"/>
        </a:spcBef>
        <a:spcAft>
          <a:spcPts val="1200"/>
        </a:spcAft>
        <a:buSzPct val="90000"/>
        <a:buFont typeface="Amazon Ember Display" panose="020F0603020204020204" pitchFamily="34" charset="0"/>
        <a:buChar char="•"/>
        <a:defRPr sz="2400" kern="1200">
          <a:solidFill>
            <a:schemeClr val="tx1"/>
          </a:solidFill>
          <a:latin typeface="Ubuntu" panose="020B0504030602030204" pitchFamily="34" charset="0"/>
          <a:ea typeface="+mn-ea"/>
          <a:cs typeface="+mn-cs"/>
        </a:defRPr>
      </a:lvl1pPr>
      <a:lvl2pPr marL="457200" indent="-228600" algn="l" defTabSz="914400" rtl="0" eaLnBrk="1" latinLnBrk="0" hangingPunct="1">
        <a:lnSpc>
          <a:spcPct val="90000"/>
        </a:lnSpc>
        <a:spcBef>
          <a:spcPts val="0"/>
        </a:spcBef>
        <a:spcAft>
          <a:spcPts val="1200"/>
        </a:spcAft>
        <a:buSzPct val="90000"/>
        <a:buFont typeface="Wingdings" panose="05000000000000000000" pitchFamily="2" charset="2"/>
        <a:buChar char="§"/>
        <a:defRPr sz="2000" kern="1200">
          <a:solidFill>
            <a:schemeClr val="tx1"/>
          </a:solidFill>
          <a:latin typeface="Ubuntu" panose="020B0504030602030204" pitchFamily="34" charset="0"/>
          <a:ea typeface="+mn-ea"/>
          <a:cs typeface="+mn-cs"/>
        </a:defRPr>
      </a:lvl2pPr>
      <a:lvl3pPr marL="685800" indent="-228600" algn="l" defTabSz="914400" rtl="0" eaLnBrk="1" latinLnBrk="0" hangingPunct="1">
        <a:lnSpc>
          <a:spcPct val="90000"/>
        </a:lnSpc>
        <a:spcBef>
          <a:spcPts val="0"/>
        </a:spcBef>
        <a:spcAft>
          <a:spcPts val="600"/>
        </a:spcAft>
        <a:buFont typeface="Amazon Ember Display" panose="020F0603020204020204" pitchFamily="34" charset="0"/>
        <a:buChar char="–"/>
        <a:defRPr sz="1800" kern="1200">
          <a:solidFill>
            <a:schemeClr val="tx1"/>
          </a:solidFill>
          <a:latin typeface="Ubuntu" panose="020B0504030602030204" pitchFamily="34" charset="0"/>
          <a:ea typeface="+mn-ea"/>
          <a:cs typeface="+mn-cs"/>
        </a:defRPr>
      </a:lvl3pPr>
      <a:lvl4pPr marL="914400" indent="-228600" algn="l" defTabSz="914400" rtl="0" eaLnBrk="1" latinLnBrk="0" hangingPunct="1">
        <a:lnSpc>
          <a:spcPct val="90000"/>
        </a:lnSpc>
        <a:spcBef>
          <a:spcPts val="0"/>
        </a:spcBef>
        <a:spcAft>
          <a:spcPts val="600"/>
        </a:spcAft>
        <a:buFont typeface="Amazon Ember Display" panose="020F0603020204020204" pitchFamily="34" charset="0"/>
        <a:buChar char="•"/>
        <a:defRPr sz="1600" kern="1200">
          <a:solidFill>
            <a:schemeClr val="tx1"/>
          </a:solidFill>
          <a:latin typeface="Ubuntu" panose="020B0504030602030204" pitchFamily="34" charset="0"/>
          <a:ea typeface="+mn-ea"/>
          <a:cs typeface="+mn-cs"/>
        </a:defRPr>
      </a:lvl4pPr>
      <a:lvl5pPr marL="914400" indent="-228600" algn="l" defTabSz="914400" rtl="0" eaLnBrk="1" latinLnBrk="0" hangingPunct="1">
        <a:lnSpc>
          <a:spcPct val="90000"/>
        </a:lnSpc>
        <a:spcBef>
          <a:spcPts val="0"/>
        </a:spcBef>
        <a:buFont typeface="Amazon Ember Display" panose="020F0603020204020204" pitchFamily="34" charset="0"/>
        <a:buChar char="•"/>
        <a:defRPr sz="1600" kern="1200">
          <a:solidFill>
            <a:schemeClr val="tx1"/>
          </a:solidFill>
          <a:latin typeface="Ubuntu" panose="020B0504030602030204" pitchFamily="34" charset="0"/>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192">
          <p15:clr>
            <a:srgbClr val="F26B43"/>
          </p15:clr>
        </p15:guide>
        <p15:guide id="4" orient="horz" pos="3912">
          <p15:clr>
            <a:srgbClr val="F26B43"/>
          </p15:clr>
        </p15:guide>
        <p15:guide id="5" pos="192">
          <p15:clr>
            <a:srgbClr val="F26B43"/>
          </p15:clr>
        </p15:guide>
        <p15:guide id="6" pos="7488">
          <p15:clr>
            <a:srgbClr val="F26B43"/>
          </p15:clr>
        </p15:guide>
        <p15:guide id="7" orient="horz" pos="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Rectangle 1"/>
          <p:cNvSpPr/>
          <p:nvPr/>
        </p:nvSpPr>
        <p:spPr>
          <a:xfrm>
            <a:off x="731520" y="274320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188720"/>
            <a:ext cx="10058400" cy="1097280"/>
          </a:xfrm>
          <a:prstGeom prst="rect">
            <a:avLst/>
          </a:prstGeom>
          <a:noFill/>
        </p:spPr>
        <p:txBody>
          <a:bodyPr wrap="square">
            <a:spAutoFit/>
          </a:bodyPr>
          <a:lstStyle/>
          <a:p>
            <a:pPr algn="ctr">
              <a:defRPr sz="4400" b="1">
                <a:solidFill>
                  <a:srgbClr val="F0C040"/>
                </a:solidFill>
                <a:latin typeface="Calibri"/>
              </a:defRPr>
            </a:pPr>
            <a:r>
              <a:t>Cypher: Da Basi a Query Reali</a:t>
            </a:r>
          </a:p>
        </p:txBody>
      </p:sp>
      <p:sp>
        <p:nvSpPr>
          <p:cNvPr id="4" name="TextBox 3"/>
          <p:cNvSpPr txBox="1"/>
          <p:nvPr/>
        </p:nvSpPr>
        <p:spPr>
          <a:xfrm>
            <a:off x="914400" y="3017520"/>
            <a:ext cx="10058400" cy="731520"/>
          </a:xfrm>
          <a:prstGeom prst="rect">
            <a:avLst/>
          </a:prstGeom>
          <a:noFill/>
        </p:spPr>
        <p:txBody>
          <a:bodyPr wrap="square">
            <a:spAutoFit/>
          </a:bodyPr>
          <a:lstStyle/>
          <a:p>
            <a:pPr algn="ctr">
              <a:defRPr sz="2600" b="0">
                <a:solidFill>
                  <a:srgbClr val="FFFFFF"/>
                </a:solidFill>
                <a:latin typeface="Calibri"/>
              </a:defRPr>
            </a:pPr>
            <a:r>
              <a:t>Sessione 2</a:t>
            </a:r>
          </a:p>
        </p:txBody>
      </p:sp>
      <p:sp>
        <p:nvSpPr>
          <p:cNvPr id="5" name="TextBox 4"/>
          <p:cNvSpPr txBox="1"/>
          <p:nvPr/>
        </p:nvSpPr>
        <p:spPr>
          <a:xfrm>
            <a:off x="914400" y="4389120"/>
            <a:ext cx="10058400" cy="457200"/>
          </a:xfrm>
          <a:prstGeom prst="rect">
            <a:avLst/>
          </a:prstGeom>
          <a:noFill/>
        </p:spPr>
        <p:txBody>
          <a:bodyPr wrap="square">
            <a:spAutoFit/>
          </a:bodyPr>
          <a:lstStyle/>
          <a:p>
            <a:pPr algn="ctr">
              <a:defRPr sz="1700" b="0">
                <a:solidFill>
                  <a:srgbClr val="CCCCCC"/>
                </a:solidFill>
                <a:latin typeface="Calibri"/>
              </a:defRPr>
            </a:pPr>
            <a:r>
              <a:t>Pattern matching, filtri, aggregazioni, subquery, tuning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Agenda</a:t>
            </a:r>
          </a:p>
        </p:txBody>
      </p:sp>
      <p:sp>
        <p:nvSpPr>
          <p:cNvPr id="3" name="TextBox 2"/>
          <p:cNvSpPr txBox="1"/>
          <p:nvPr/>
        </p:nvSpPr>
        <p:spPr>
          <a:xfrm>
            <a:off x="731520" y="1188720"/>
            <a:ext cx="10515600" cy="365760"/>
          </a:xfrm>
          <a:prstGeom prst="rect">
            <a:avLst/>
          </a:prstGeom>
          <a:noFill/>
        </p:spPr>
        <p:txBody>
          <a:bodyPr wrap="square">
            <a:spAutoFit/>
          </a:bodyPr>
          <a:lstStyle/>
          <a:p>
            <a:pPr algn="l">
              <a:defRPr sz="1800" b="1">
                <a:solidFill>
                  <a:srgbClr val="F08040"/>
                </a:solidFill>
                <a:latin typeface="Calibri"/>
              </a:defRPr>
            </a:pPr>
            <a:r>
              <a:t>Teoria</a:t>
            </a:r>
          </a:p>
        </p:txBody>
      </p:sp>
      <p:sp>
        <p:nvSpPr>
          <p:cNvPr id="4" name="TextBox 3"/>
          <p:cNvSpPr txBox="1"/>
          <p:nvPr/>
        </p:nvSpPr>
        <p:spPr>
          <a:xfrm>
            <a:off x="731520" y="1645920"/>
            <a:ext cx="3840480" cy="3474720"/>
          </a:xfrm>
          <a:prstGeom prst="rect">
            <a:avLst/>
          </a:prstGeom>
          <a:noFill/>
        </p:spPr>
        <p:txBody>
          <a:bodyPr wrap="square">
            <a:spAutoFit/>
          </a:bodyPr>
          <a:lstStyle/>
          <a:p>
            <a:pPr algn="l">
              <a:spcAft>
                <a:spcPts val="1100"/>
              </a:spcAft>
              <a:defRPr sz="1500">
                <a:solidFill>
                  <a:srgbClr val="FFFFFF"/>
                </a:solidFill>
                <a:latin typeface="Calibri"/>
              </a:defRPr>
            </a:pPr>
            <a:r>
              <a:t>•  Pattern matching avanzato (path variables)</a:t>
            </a:r>
          </a:p>
          <a:p>
            <a:pPr algn="l">
              <a:spcAft>
                <a:spcPts val="1100"/>
              </a:spcAft>
              <a:defRPr sz="1500">
                <a:solidFill>
                  <a:srgbClr val="FFFFFF"/>
                </a:solidFill>
                <a:latin typeface="Calibri"/>
              </a:defRPr>
            </a:pPr>
            <a:r>
              <a:t>•  Lunghezza variabile e quantified path patterns</a:t>
            </a:r>
          </a:p>
          <a:p>
            <a:pPr algn="l">
              <a:spcAft>
                <a:spcPts val="1100"/>
              </a:spcAft>
              <a:defRPr sz="1500">
                <a:solidFill>
                  <a:srgbClr val="FFFFFF"/>
                </a:solidFill>
                <a:latin typeface="Calibri"/>
              </a:defRPr>
            </a:pPr>
            <a:r>
              <a:t>•  shortestPath: il cammino minimo</a:t>
            </a:r>
          </a:p>
          <a:p>
            <a:pPr algn="l">
              <a:spcAft>
                <a:spcPts val="1100"/>
              </a:spcAft>
              <a:defRPr sz="1500">
                <a:solidFill>
                  <a:srgbClr val="FFFFFF"/>
                </a:solidFill>
                <a:latin typeface="Calibri"/>
              </a:defRPr>
            </a:pPr>
            <a:r>
              <a:t>•  MERGE vs CREATE: idempotenza</a:t>
            </a:r>
          </a:p>
          <a:p>
            <a:pPr algn="l">
              <a:spcAft>
                <a:spcPts val="1100"/>
              </a:spcAft>
              <a:defRPr sz="1500">
                <a:solidFill>
                  <a:srgbClr val="FFFFFF"/>
                </a:solidFill>
                <a:latin typeface="Calibri"/>
              </a:defRPr>
            </a:pPr>
            <a:r>
              <a:t>•  Filtri WHERE: logica, testo, NULL</a:t>
            </a:r>
          </a:p>
          <a:p>
            <a:pPr algn="l">
              <a:spcAft>
                <a:spcPts val="1100"/>
              </a:spcAft>
              <a:defRPr sz="1500">
                <a:solidFill>
                  <a:srgbClr val="FFFFFF"/>
                </a:solidFill>
                <a:latin typeface="Calibri"/>
              </a:defRPr>
            </a:pPr>
            <a:r>
              <a:t>•  Aggregazioni: COUNT, COLLECT, AVG</a:t>
            </a:r>
          </a:p>
          <a:p>
            <a:pPr algn="l">
              <a:spcAft>
                <a:spcPts val="1100"/>
              </a:spcAft>
              <a:defRPr sz="1500">
                <a:solidFill>
                  <a:srgbClr val="FFFFFF"/>
                </a:solidFill>
                <a:latin typeface="Calibri"/>
              </a:defRPr>
            </a:pPr>
            <a:r>
              <a:t>•  Subquery CALL { ... } e UNION</a:t>
            </a:r>
          </a:p>
        </p:txBody>
      </p:sp>
      <p:sp>
        <p:nvSpPr>
          <p:cNvPr id="5" name="TextBox 4"/>
          <p:cNvSpPr txBox="1"/>
          <p:nvPr/>
        </p:nvSpPr>
        <p:spPr>
          <a:xfrm>
            <a:off x="4754880" y="1188720"/>
            <a:ext cx="3840480" cy="365760"/>
          </a:xfrm>
          <a:prstGeom prst="rect">
            <a:avLst/>
          </a:prstGeom>
          <a:noFill/>
        </p:spPr>
        <p:txBody>
          <a:bodyPr wrap="square">
            <a:spAutoFit/>
          </a:bodyPr>
          <a:lstStyle/>
          <a:p>
            <a:pPr algn="l">
              <a:defRPr sz="1800" b="1">
                <a:solidFill>
                  <a:srgbClr val="F08040"/>
                </a:solidFill>
                <a:latin typeface="Calibri"/>
              </a:defRPr>
            </a:pPr>
            <a:r>
              <a:t>Pratica</a:t>
            </a:r>
          </a:p>
        </p:txBody>
      </p:sp>
      <p:sp>
        <p:nvSpPr>
          <p:cNvPr id="6" name="TextBox 5"/>
          <p:cNvSpPr txBox="1"/>
          <p:nvPr/>
        </p:nvSpPr>
        <p:spPr>
          <a:xfrm>
            <a:off x="4754880" y="1645920"/>
            <a:ext cx="3840480" cy="3474720"/>
          </a:xfrm>
          <a:prstGeom prst="rect">
            <a:avLst/>
          </a:prstGeom>
          <a:noFill/>
        </p:spPr>
        <p:txBody>
          <a:bodyPr wrap="square">
            <a:spAutoFit/>
          </a:bodyPr>
          <a:lstStyle/>
          <a:p>
            <a:pPr algn="l">
              <a:spcAft>
                <a:spcPts val="1100"/>
              </a:spcAft>
              <a:defRPr sz="1500">
                <a:solidFill>
                  <a:srgbClr val="FFFFFF"/>
                </a:solidFill>
                <a:latin typeface="Calibri"/>
              </a:defRPr>
            </a:pPr>
            <a:r>
              <a:t>•  Date, liste, mappe in Cypher</a:t>
            </a:r>
          </a:p>
          <a:p>
            <a:pPr algn="l">
              <a:spcAft>
                <a:spcPts val="1100"/>
              </a:spcAft>
              <a:defRPr sz="1500">
                <a:solidFill>
                  <a:srgbClr val="FFFFFF"/>
                </a:solidFill>
                <a:latin typeface="Calibri"/>
              </a:defRPr>
            </a:pPr>
            <a:r>
              <a:t>•  Ordinamento e paginazione</a:t>
            </a:r>
          </a:p>
          <a:p>
            <a:pPr algn="l">
              <a:spcAft>
                <a:spcPts val="1100"/>
              </a:spcAft>
              <a:defRPr sz="1500">
                <a:solidFill>
                  <a:srgbClr val="FFFFFF"/>
                </a:solidFill>
                <a:latin typeface="Calibri"/>
              </a:defRPr>
            </a:pPr>
            <a:r>
              <a:t>•  EXPLAIN / PROFILE: query tuning</a:t>
            </a:r>
          </a:p>
          <a:p>
            <a:pPr algn="l">
              <a:spcAft>
                <a:spcPts val="1100"/>
              </a:spcAft>
              <a:defRPr sz="1500">
                <a:solidFill>
                  <a:srgbClr val="FFFFFF"/>
                </a:solidFill>
                <a:latin typeface="Calibri"/>
              </a:defRPr>
            </a:pPr>
            <a:r>
              <a:t>•  Indici e parametri ($loc)</a:t>
            </a:r>
          </a:p>
          <a:p>
            <a:pPr algn="l">
              <a:spcAft>
                <a:spcPts val="1100"/>
              </a:spcAft>
              <a:defRPr sz="1500">
                <a:solidFill>
                  <a:srgbClr val="FFFFFF"/>
                </a:solidFill>
                <a:latin typeface="Calibri"/>
              </a:defRPr>
            </a:pPr>
            <a:r>
              <a:t>•  APOC essentials</a:t>
            </a:r>
          </a:p>
          <a:p>
            <a:pPr algn="l">
              <a:spcAft>
                <a:spcPts val="1100"/>
              </a:spcAft>
              <a:defRPr sz="1500">
                <a:solidFill>
                  <a:srgbClr val="FFFFFF"/>
                </a:solidFill>
                <a:latin typeface="Calibri"/>
              </a:defRPr>
            </a:pPr>
            <a:r>
              <a:t>•  Esercizi guidati sul Org Graph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Recap Sessione 1</a:t>
            </a:r>
          </a:p>
        </p:txBody>
      </p:sp>
      <p:sp>
        <p:nvSpPr>
          <p:cNvPr id="3" name="TextBox 2"/>
          <p:cNvSpPr txBox="1"/>
          <p:nvPr/>
        </p:nvSpPr>
        <p:spPr>
          <a:xfrm>
            <a:off x="731520" y="1051560"/>
            <a:ext cx="10515600" cy="2377440"/>
          </a:xfrm>
          <a:prstGeom prst="rect">
            <a:avLst/>
          </a:prstGeom>
          <a:noFill/>
        </p:spPr>
        <p:txBody>
          <a:bodyPr wrap="square">
            <a:spAutoFit/>
          </a:bodyPr>
          <a:lstStyle/>
          <a:p>
            <a:pPr algn="l">
              <a:spcAft>
                <a:spcPts val="1100"/>
              </a:spcAft>
              <a:defRPr sz="1500">
                <a:solidFill>
                  <a:srgbClr val="FFFFFF"/>
                </a:solidFill>
                <a:latin typeface="Calibri"/>
              </a:defRPr>
            </a:pPr>
            <a:r>
              <a:t>•  Property Graph Model: nodi, relazioni, labels, proprietà</a:t>
            </a:r>
          </a:p>
          <a:p>
            <a:pPr algn="l">
              <a:spcAft>
                <a:spcPts val="1100"/>
              </a:spcAft>
              <a:defRPr sz="1500">
                <a:solidFill>
                  <a:srgbClr val="FFFFFF"/>
                </a:solidFill>
                <a:latin typeface="Calibri"/>
              </a:defRPr>
            </a:pPr>
            <a:r>
              <a:t>•  Connessione a Neo4j con Python Driver (driver.execute_query)</a:t>
            </a:r>
          </a:p>
          <a:p>
            <a:pPr algn="l">
              <a:spcAft>
                <a:spcPts val="1100"/>
              </a:spcAft>
              <a:defRPr sz="1500">
                <a:solidFill>
                  <a:srgbClr val="FFFFFF"/>
                </a:solidFill>
                <a:latin typeface="Calibri"/>
              </a:defRPr>
            </a:pPr>
            <a:r>
              <a:t>•  MATCH + RETURN: pattern matching base</a:t>
            </a:r>
          </a:p>
          <a:p>
            <a:pPr algn="l">
              <a:spcAft>
                <a:spcPts val="1100"/>
              </a:spcAft>
              <a:defRPr sz="1500">
                <a:solidFill>
                  <a:srgbClr val="FFFFFF"/>
                </a:solidFill>
                <a:latin typeface="Calibri"/>
              </a:defRPr>
            </a:pPr>
            <a:r>
              <a:t>•  MERGE / CREATE per scrivere dati</a:t>
            </a:r>
          </a:p>
          <a:p>
            <a:pPr algn="l">
              <a:spcAft>
                <a:spcPts val="1100"/>
              </a:spcAft>
              <a:defRPr sz="1500">
                <a:solidFill>
                  <a:srgbClr val="FFFFFF"/>
                </a:solidFill>
                <a:latin typeface="Calibri"/>
              </a:defRPr>
            </a:pPr>
            <a:r>
              <a:t>•  UNWIND batching per caricamenti bulk (300× più veloce)</a:t>
            </a:r>
          </a:p>
          <a:p>
            <a:pPr algn="l">
              <a:spcAft>
                <a:spcPts val="1100"/>
              </a:spcAft>
              <a:defRPr sz="1500">
                <a:solidFill>
                  <a:srgbClr val="FFFFFF"/>
                </a:solidFill>
                <a:latin typeface="Calibri"/>
              </a:defRPr>
            </a:pPr>
            <a:r>
              <a:t>•  Constraints e indici per integrità e performance</a:t>
            </a:r>
          </a:p>
        </p:txBody>
      </p:sp>
      <p:sp>
        <p:nvSpPr>
          <p:cNvPr id="4" name="Rectangle 3"/>
          <p:cNvSpPr/>
          <p:nvPr/>
        </p:nvSpPr>
        <p:spPr>
          <a:xfrm>
            <a:off x="731520" y="393192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206240"/>
            <a:ext cx="10515600" cy="365760"/>
          </a:xfrm>
          <a:prstGeom prst="rect">
            <a:avLst/>
          </a:prstGeom>
          <a:noFill/>
        </p:spPr>
        <p:txBody>
          <a:bodyPr wrap="square">
            <a:spAutoFit/>
          </a:bodyPr>
          <a:lstStyle/>
          <a:p>
            <a:pPr algn="l">
              <a:defRPr sz="1800" b="1">
                <a:solidFill>
                  <a:srgbClr val="F08040"/>
                </a:solidFill>
                <a:latin typeface="Calibri"/>
              </a:defRPr>
            </a:pPr>
            <a:r>
              <a:t>Org Graph: il nostro dataset di riferimento</a:t>
            </a:r>
          </a:p>
        </p:txBody>
      </p:sp>
      <p:sp>
        <p:nvSpPr>
          <p:cNvPr id="6" name="TextBox 5"/>
          <p:cNvSpPr txBox="1"/>
          <p:nvPr/>
        </p:nvSpPr>
        <p:spPr>
          <a:xfrm>
            <a:off x="731520" y="4663440"/>
            <a:ext cx="10515600" cy="1645920"/>
          </a:xfrm>
          <a:prstGeom prst="rect">
            <a:avLst/>
          </a:prstGeom>
          <a:noFill/>
        </p:spPr>
        <p:txBody>
          <a:bodyPr wrap="square">
            <a:spAutoFit/>
          </a:bodyPr>
          <a:lstStyle/>
          <a:p>
            <a:pPr algn="l">
              <a:spcAft>
                <a:spcPts val="500"/>
              </a:spcAft>
              <a:defRPr sz="1300">
                <a:solidFill>
                  <a:srgbClr val="CCCCCC"/>
                </a:solidFill>
                <a:latin typeface="Calibri"/>
              </a:defRPr>
            </a:pPr>
            <a:r>
              <a:t>•  238 persone, 92 progetti, 54 skill, 2 supervisor</a:t>
            </a:r>
          </a:p>
          <a:p>
            <a:pPr algn="l">
              <a:spcAft>
                <a:spcPts val="500"/>
              </a:spcAft>
              <a:defRPr sz="1300">
                <a:solidFill>
                  <a:srgbClr val="CCCCCC"/>
                </a:solidFill>
                <a:latin typeface="Calibri"/>
              </a:defRPr>
            </a:pPr>
            <a:r>
              <a:t>•  Relazioni: HAS_SKILL {proficiency}, WORKED_ON {role}, REPORTS_TO</a:t>
            </a:r>
          </a:p>
          <a:p>
            <a:pPr algn="l">
              <a:spcAft>
                <a:spcPts val="500"/>
              </a:spcAft>
              <a:defRPr sz="1300">
                <a:solidFill>
                  <a:srgbClr val="CCCCCC"/>
                </a:solidFill>
                <a:latin typeface="Calibri"/>
              </a:defRPr>
            </a:pPr>
            <a:r>
              <a:t>•  Tutte le proprietà in INGLESE: name, employee_id, location, title, department</a:t>
            </a:r>
          </a:p>
          <a:p>
            <a:pPr algn="l">
              <a:spcAft>
                <a:spcPts val="500"/>
              </a:spcAft>
              <a:defRPr sz="1300">
                <a:solidFill>
                  <a:srgbClr val="CCCCCC"/>
                </a:solidFill>
                <a:latin typeface="Calibri"/>
              </a:defRPr>
            </a:pPr>
            <a:r>
              <a:t>•  Hosting su AuraDB Free Tier — le query le eseguiremo noi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Pattern MATCH Avanzati</a:t>
            </a:r>
          </a:p>
        </p:txBody>
      </p:sp>
      <p:sp>
        <p:nvSpPr>
          <p:cNvPr id="3" name="TextBox 2"/>
          <p:cNvSpPr txBox="1"/>
          <p:nvPr/>
        </p:nvSpPr>
        <p:spPr>
          <a:xfrm>
            <a:off x="731520" y="960120"/>
            <a:ext cx="10515600" cy="457200"/>
          </a:xfrm>
          <a:prstGeom prst="rect">
            <a:avLst/>
          </a:prstGeom>
          <a:noFill/>
        </p:spPr>
        <p:txBody>
          <a:bodyPr wrap="square">
            <a:spAutoFit/>
          </a:bodyPr>
          <a:lstStyle/>
          <a:p>
            <a:pPr algn="l">
              <a:defRPr sz="1400" b="0">
                <a:solidFill>
                  <a:srgbClr val="CCCCCC"/>
                </a:solidFill>
                <a:latin typeface="Calibri"/>
              </a:defRPr>
            </a:pPr>
            <a:r>
              <a:t>In Cypher non si scrive COME navigare il grafo, ma QUALE forma si cerca. È il database a trovare il percorso.</a:t>
            </a:r>
          </a:p>
        </p:txBody>
      </p:sp>
      <p:sp>
        <p:nvSpPr>
          <p:cNvPr id="4" name="TextBox 3"/>
          <p:cNvSpPr txBox="1"/>
          <p:nvPr/>
        </p:nvSpPr>
        <p:spPr>
          <a:xfrm>
            <a:off x="731520" y="1463040"/>
            <a:ext cx="5029200" cy="2926080"/>
          </a:xfrm>
          <a:prstGeom prst="rect">
            <a:avLst/>
          </a:prstGeom>
          <a:noFill/>
        </p:spPr>
        <p:txBody>
          <a:bodyPr wrap="square">
            <a:spAutoFit/>
          </a:bodyPr>
          <a:lstStyle/>
          <a:p>
            <a:pPr algn="l">
              <a:spcAft>
                <a:spcPts val="300"/>
              </a:spcAft>
              <a:defRPr sz="1200">
                <a:solidFill>
                  <a:srgbClr val="FFFFFF"/>
                </a:solidFill>
                <a:latin typeface="Calibri"/>
              </a:defRPr>
            </a:pPr>
            <a:r>
              <a:t>•  MATCH descrive una FORMA (template), non un algoritmo</a:t>
            </a:r>
          </a:p>
          <a:p>
            <a:pPr algn="l">
              <a:spcAft>
                <a:spcPts val="300"/>
              </a:spcAft>
              <a:defRPr sz="1200">
                <a:solidFill>
                  <a:srgbClr val="FFFFFF"/>
                </a:solidFill>
                <a:latin typeface="Calibri"/>
              </a:defRPr>
            </a:pPr>
            <a:r>
              <a:t>•  Pattern interi: nodi e relazioni si scrivono insieme</a:t>
            </a:r>
          </a:p>
          <a:p>
            <a:pPr algn="l">
              <a:spcAft>
                <a:spcPts val="300"/>
              </a:spcAft>
              <a:defRPr sz="1200">
                <a:solidFill>
                  <a:srgbClr val="FFFFFF"/>
                </a:solidFill>
                <a:latin typeface="Calibri"/>
              </a:defRPr>
            </a:pPr>
            <a:r>
              <a:t>•  Le variabili (p1, proj, p2) sono 'etichette' sui nodi trovati</a:t>
            </a:r>
          </a:p>
          <a:p>
            <a:pPr algn="l">
              <a:spcAft>
                <a:spcPts val="300"/>
              </a:spcAft>
              <a:defRPr sz="1200">
                <a:solidFill>
                  <a:srgbClr val="FFFFFF"/>
                </a:solidFill>
                <a:latin typeface="Calibri"/>
              </a:defRPr>
            </a:pPr>
            <a:r>
              <a:t>•  Un nodo può avere relazioni in entrata e in uscita</a:t>
            </a:r>
          </a:p>
          <a:p>
            <a:pPr algn="l">
              <a:spcAft>
                <a:spcPts val="300"/>
              </a:spcAft>
              <a:defRPr sz="1200">
                <a:solidFill>
                  <a:srgbClr val="FFFFFF"/>
                </a:solidFill>
                <a:latin typeface="Calibri"/>
              </a:defRPr>
            </a:pPr>
            <a:r>
              <a:t>•  Neo4j trova TUTTE le occorrenze della forma nel grafo</a:t>
            </a:r>
          </a:p>
          <a:p>
            <a:pPr algn="l">
              <a:spcAft>
                <a:spcPts val="300"/>
              </a:spcAft>
              <a:defRPr sz="1200">
                <a:solidFill>
                  <a:srgbClr val="FFFFFF"/>
                </a:solidFill>
                <a:latin typeface="Calibri"/>
              </a:defRPr>
            </a:pPr>
            <a:r>
              <a:t>•  Il pattern si legge come una frase: p1 ha lavorato a un progetto a cui ha lavorato p2</a:t>
            </a:r>
          </a:p>
        </p:txBody>
      </p:sp>
      <p:sp>
        <p:nvSpPr>
          <p:cNvPr id="5" name="Rectangle 4"/>
          <p:cNvSpPr/>
          <p:nvPr/>
        </p:nvSpPr>
        <p:spPr>
          <a:xfrm>
            <a:off x="5669280" y="1463040"/>
            <a:ext cx="4846320" cy="292608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779008" y="1536192"/>
            <a:ext cx="4626864" cy="2779776"/>
          </a:xfrm>
          <a:prstGeom prst="rect">
            <a:avLst/>
          </a:prstGeom>
          <a:noFill/>
        </p:spPr>
        <p:txBody>
          <a:bodyPr wrap="square">
            <a:spAutoFit/>
          </a:bodyPr>
          <a:lstStyle/>
          <a:p>
            <a:pPr>
              <a:spcAft>
                <a:spcPts val="100"/>
              </a:spcAft>
              <a:defRPr sz="1000">
                <a:solidFill>
                  <a:srgbClr val="7EC68E"/>
                </a:solidFill>
                <a:latin typeface="Consolas"/>
              </a:defRPr>
            </a:pPr>
            <a:r>
              <a:t>// Persone che lavorano INSIEME a un progetto:</a:t>
            </a:r>
          </a:p>
          <a:p>
            <a:pPr>
              <a:spcAft>
                <a:spcPts val="100"/>
              </a:spcAft>
              <a:defRPr sz="1000">
                <a:solidFill>
                  <a:srgbClr val="7EC68E"/>
                </a:solidFill>
                <a:latin typeface="Consolas"/>
              </a:defRPr>
            </a:pPr>
            <a:r>
              <a:t>MATCH (p1:Person)-[:WORKED_ON]-&gt;(proj:Project)</a:t>
            </a:r>
          </a:p>
          <a:p>
            <a:pPr>
              <a:spcAft>
                <a:spcPts val="100"/>
              </a:spcAft>
              <a:defRPr sz="1000">
                <a:solidFill>
                  <a:srgbClr val="7EC68E"/>
                </a:solidFill>
                <a:latin typeface="Consolas"/>
              </a:defRPr>
            </a:pPr>
            <a:r>
              <a:t>      &lt;-[:WORKED_ON]-(p2:Person)</a:t>
            </a:r>
          </a:p>
          <a:p>
            <a:pPr>
              <a:spcAft>
                <a:spcPts val="100"/>
              </a:spcAft>
              <a:defRPr sz="1000">
                <a:solidFill>
                  <a:srgbClr val="7EC68E"/>
                </a:solidFill>
                <a:latin typeface="Consolas"/>
              </a:defRPr>
            </a:pPr>
            <a:r>
              <a:t>RETURN p1.name, p2.name, proj.name</a:t>
            </a:r>
          </a:p>
          <a:p>
            <a:pPr>
              <a:spcAft>
                <a:spcPts val="100"/>
              </a:spcAft>
              <a:defRPr sz="1000">
                <a:solidFill>
                  <a:srgbClr val="7EC68E"/>
                </a:solidFill>
                <a:latin typeface="Consolas"/>
              </a:defRPr>
            </a:pPr>
            <a:r>
              <a:t>LIMIT 5;</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Lettura del pattern:</a:t>
            </a:r>
          </a:p>
          <a:p>
            <a:pPr>
              <a:spcAft>
                <a:spcPts val="100"/>
              </a:spcAft>
              <a:defRPr sz="1000">
                <a:solidFill>
                  <a:srgbClr val="7EC68E"/>
                </a:solidFill>
                <a:latin typeface="Consolas"/>
              </a:defRPr>
            </a:pPr>
            <a:r>
              <a:t>// p1 -[:WORKED_ON]-&gt; proj &lt;-[:WORKED_ON]- p2</a:t>
            </a:r>
          </a:p>
          <a:p>
            <a:pPr>
              <a:spcAft>
                <a:spcPts val="100"/>
              </a:spcAft>
              <a:defRPr sz="1000">
                <a:solidFill>
                  <a:srgbClr val="7EC68E"/>
                </a:solidFill>
                <a:latin typeface="Consolas"/>
              </a:defRPr>
            </a:pPr>
            <a:r>
              <a:t>// proj è il nodo CONDIVISO tra i due:</a:t>
            </a:r>
          </a:p>
          <a:p>
            <a:pPr>
              <a:spcAft>
                <a:spcPts val="100"/>
              </a:spcAft>
              <a:defRPr sz="1000">
                <a:solidFill>
                  <a:srgbClr val="7EC68E"/>
                </a:solidFill>
                <a:latin typeface="Consolas"/>
              </a:defRPr>
            </a:pPr>
            <a:r>
              <a:t>// il "punto di incontro" sul progetto.</a:t>
            </a:r>
          </a:p>
        </p:txBody>
      </p:sp>
      <p:sp>
        <p:nvSpPr>
          <p:cNvPr id="7" name="Rectangle 6"/>
          <p:cNvSpPr/>
          <p:nvPr/>
        </p:nvSpPr>
        <p:spPr>
          <a:xfrm>
            <a:off x="731520" y="457200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846320"/>
            <a:ext cx="10515600" cy="1097280"/>
          </a:xfrm>
          <a:prstGeom prst="rect">
            <a:avLst/>
          </a:prstGeom>
          <a:noFill/>
        </p:spPr>
        <p:txBody>
          <a:bodyPr wrap="square">
            <a:spAutoFit/>
          </a:bodyPr>
          <a:lstStyle/>
          <a:p>
            <a:pPr algn="l">
              <a:defRPr sz="1300" b="0">
                <a:solidFill>
                  <a:srgbClr val="F0C040"/>
                </a:solidFill>
                <a:latin typeface="Calibri"/>
              </a:defRPr>
            </a:pPr>
            <a:r>
              <a:t>Differenza chiave vs SQL: nessun JOIN da scrivere. Il pattern (p1)-[:WORKED_ON]-&gt;(proj)&lt;-[:WORKED_ON]-(p2) fa da 'self-join' naturale — le relazioni sono già nel grafo.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Path Variables</a:t>
            </a:r>
          </a:p>
        </p:txBody>
      </p:sp>
      <p:sp>
        <p:nvSpPr>
          <p:cNvPr id="3" name="TextBox 2"/>
          <p:cNvSpPr txBox="1"/>
          <p:nvPr/>
        </p:nvSpPr>
        <p:spPr>
          <a:xfrm>
            <a:off x="731520" y="960120"/>
            <a:ext cx="10515600" cy="457200"/>
          </a:xfrm>
          <a:prstGeom prst="rect">
            <a:avLst/>
          </a:prstGeom>
          <a:noFill/>
        </p:spPr>
        <p:txBody>
          <a:bodyPr wrap="square">
            <a:spAutoFit/>
          </a:bodyPr>
          <a:lstStyle/>
          <a:p>
            <a:pPr algn="l">
              <a:defRPr sz="1400" b="0">
                <a:solidFill>
                  <a:srgbClr val="CCCCCC"/>
                </a:solidFill>
                <a:latin typeface="Calibri"/>
              </a:defRPr>
            </a:pPr>
            <a:r>
              <a:t>Assegnando un PATH a una variabile si può analizzare l'intero percorso, non solo i singoli nodi.</a:t>
            </a:r>
          </a:p>
        </p:txBody>
      </p:sp>
      <p:sp>
        <p:nvSpPr>
          <p:cNvPr id="4" name="TextBox 3"/>
          <p:cNvSpPr txBox="1"/>
          <p:nvPr/>
        </p:nvSpPr>
        <p:spPr>
          <a:xfrm>
            <a:off x="731520" y="1463040"/>
            <a:ext cx="5029200" cy="2926080"/>
          </a:xfrm>
          <a:prstGeom prst="rect">
            <a:avLst/>
          </a:prstGeom>
          <a:noFill/>
        </p:spPr>
        <p:txBody>
          <a:bodyPr wrap="square">
            <a:spAutoFit/>
          </a:bodyPr>
          <a:lstStyle/>
          <a:p>
            <a:pPr algn="l">
              <a:spcAft>
                <a:spcPts val="300"/>
              </a:spcAft>
              <a:defRPr sz="1300">
                <a:solidFill>
                  <a:srgbClr val="FFFFFF"/>
                </a:solidFill>
                <a:latin typeface="Calibri"/>
              </a:defRPr>
            </a:pPr>
            <a:r>
              <a:t>•  path = pattern — cattura l'INTERO percorso</a:t>
            </a:r>
          </a:p>
          <a:p>
            <a:pPr algn="l">
              <a:spcAft>
                <a:spcPts val="300"/>
              </a:spcAft>
              <a:defRPr sz="1300">
                <a:solidFill>
                  <a:srgbClr val="FFFFFF"/>
                </a:solidFill>
                <a:latin typeface="Calibri"/>
              </a:defRPr>
            </a:pPr>
            <a:r>
              <a:t>•  nodes(path) → lista dei nodi attraversati</a:t>
            </a:r>
          </a:p>
          <a:p>
            <a:pPr algn="l">
              <a:spcAft>
                <a:spcPts val="300"/>
              </a:spcAft>
              <a:defRPr sz="1300">
                <a:solidFill>
                  <a:srgbClr val="FFFFFF"/>
                </a:solidFill>
                <a:latin typeface="Calibri"/>
              </a:defRPr>
            </a:pPr>
            <a:r>
              <a:t>•  relationships(path) → lista delle relazioni</a:t>
            </a:r>
          </a:p>
          <a:p>
            <a:pPr algn="l">
              <a:spcAft>
                <a:spcPts val="300"/>
              </a:spcAft>
              <a:defRPr sz="1300">
                <a:solidFill>
                  <a:srgbClr val="FFFFFF"/>
                </a:solidFill>
                <a:latin typeface="Calibri"/>
              </a:defRPr>
            </a:pPr>
            <a:r>
              <a:t>•  length(path) → numero di relazioni (hop)</a:t>
            </a:r>
          </a:p>
          <a:p>
            <a:pPr algn="l">
              <a:spcAft>
                <a:spcPts val="300"/>
              </a:spcAft>
              <a:defRPr sz="1300">
                <a:solidFill>
                  <a:srgbClr val="FFFFFF"/>
                </a:solidFill>
                <a:latin typeface="Calibri"/>
              </a:defRPr>
            </a:pPr>
            <a:r>
              <a:t>•  [n IN nodes(path) | n.name] → lista dei nomi</a:t>
            </a:r>
          </a:p>
          <a:p>
            <a:pPr algn="l">
              <a:spcAft>
                <a:spcPts val="300"/>
              </a:spcAft>
              <a:defRPr sz="1300">
                <a:solidFill>
                  <a:srgbClr val="FFFFFF"/>
                </a:solidFill>
                <a:latin typeface="Calibri"/>
              </a:defRPr>
            </a:pPr>
            <a:r>
              <a:t>•  Le liste restituite si lavorano come liste</a:t>
            </a:r>
          </a:p>
          <a:p>
            <a:pPr algn="l">
              <a:spcAft>
                <a:spcPts val="300"/>
              </a:spcAft>
              <a:defRPr sz="1300">
                <a:solidFill>
                  <a:srgbClr val="FFFFFF"/>
                </a:solidFill>
                <a:latin typeface="Calibri"/>
              </a:defRPr>
            </a:pPr>
            <a:r>
              <a:t>•  Utile per ripercorrere e mostrare il cammino</a:t>
            </a:r>
          </a:p>
        </p:txBody>
      </p:sp>
      <p:sp>
        <p:nvSpPr>
          <p:cNvPr id="5" name="Rectangle 4"/>
          <p:cNvSpPr/>
          <p:nvPr/>
        </p:nvSpPr>
        <p:spPr>
          <a:xfrm>
            <a:off x="5669280" y="1463040"/>
            <a:ext cx="4846320" cy="310896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779008" y="1536192"/>
            <a:ext cx="4626864" cy="2962656"/>
          </a:xfrm>
          <a:prstGeom prst="rect">
            <a:avLst/>
          </a:prstGeom>
          <a:noFill/>
        </p:spPr>
        <p:txBody>
          <a:bodyPr wrap="square">
            <a:spAutoFit/>
          </a:bodyPr>
          <a:lstStyle/>
          <a:p>
            <a:pPr>
              <a:spcAft>
                <a:spcPts val="100"/>
              </a:spcAft>
              <a:defRPr sz="1000">
                <a:solidFill>
                  <a:srgbClr val="7EC68E"/>
                </a:solidFill>
                <a:latin typeface="Consolas"/>
              </a:defRPr>
            </a:pPr>
            <a:r>
              <a:t>// Percorso completo con path variable:</a:t>
            </a:r>
          </a:p>
          <a:p>
            <a:pPr>
              <a:spcAft>
                <a:spcPts val="100"/>
              </a:spcAft>
              <a:defRPr sz="1000">
                <a:solidFill>
                  <a:srgbClr val="7EC68E"/>
                </a:solidFill>
                <a:latin typeface="Consolas"/>
              </a:defRPr>
            </a:pPr>
            <a:r>
              <a:t>MATCH path = (a:Person {employee_id: 8907})</a:t>
            </a:r>
          </a:p>
          <a:p>
            <a:pPr>
              <a:spcAft>
                <a:spcPts val="100"/>
              </a:spcAft>
              <a:defRPr sz="1000">
                <a:solidFill>
                  <a:srgbClr val="7EC68E"/>
                </a:solidFill>
                <a:latin typeface="Consolas"/>
              </a:defRPr>
            </a:pPr>
            <a:r>
              <a:t>      -[:WORKED_ON]-&gt;(proj:Project)</a:t>
            </a:r>
          </a:p>
          <a:p>
            <a:pPr>
              <a:spcAft>
                <a:spcPts val="100"/>
              </a:spcAft>
              <a:defRPr sz="1000">
                <a:solidFill>
                  <a:srgbClr val="7EC68E"/>
                </a:solidFill>
                <a:latin typeface="Consolas"/>
              </a:defRPr>
            </a:pPr>
            <a:r>
              <a:t>      &lt;-[:WORKED_ON]-(b:Person)</a:t>
            </a:r>
          </a:p>
          <a:p>
            <a:pPr>
              <a:spcAft>
                <a:spcPts val="100"/>
              </a:spcAft>
              <a:defRPr sz="1000">
                <a:solidFill>
                  <a:srgbClr val="7EC68E"/>
                </a:solidFill>
                <a:latin typeface="Consolas"/>
              </a:defRPr>
            </a:pPr>
            <a:r>
              <a:t>RETURN length(path) AS hop,</a:t>
            </a:r>
          </a:p>
          <a:p>
            <a:pPr>
              <a:spcAft>
                <a:spcPts val="100"/>
              </a:spcAft>
              <a:defRPr sz="1000">
                <a:solidFill>
                  <a:srgbClr val="7EC68E"/>
                </a:solidFill>
                <a:latin typeface="Consolas"/>
              </a:defRPr>
            </a:pPr>
            <a:r>
              <a:t>       [n IN nodes(path) | n.name] AS percorsi,</a:t>
            </a:r>
          </a:p>
          <a:p>
            <a:pPr>
              <a:spcAft>
                <a:spcPts val="100"/>
              </a:spcAft>
              <a:defRPr sz="1000">
                <a:solidFill>
                  <a:srgbClr val="7EC68E"/>
                </a:solidFill>
                <a:latin typeface="Consolas"/>
              </a:defRPr>
            </a:pPr>
            <a:r>
              <a:t>       [r IN relationships(path) | type(r)] AS tipi;</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OUTPUT:</a:t>
            </a:r>
          </a:p>
          <a:p>
            <a:pPr>
              <a:spcAft>
                <a:spcPts val="100"/>
              </a:spcAft>
              <a:defRPr sz="1000">
                <a:solidFill>
                  <a:srgbClr val="7EC68E"/>
                </a:solidFill>
                <a:latin typeface="Consolas"/>
              </a:defRPr>
            </a:pPr>
            <a:r>
              <a:t>// hop=2, percorsi=[Monica Gallo, Piattaforma Saturno,</a:t>
            </a:r>
          </a:p>
          <a:p>
            <a:pPr>
              <a:spcAft>
                <a:spcPts val="100"/>
              </a:spcAft>
              <a:defRPr sz="1000">
                <a:solidFill>
                  <a:srgbClr val="7EC68E"/>
                </a:solidFill>
                <a:latin typeface="Consolas"/>
              </a:defRPr>
            </a:pPr>
            <a:r>
              <a:t>//                  Enrico Bianchi]</a:t>
            </a:r>
          </a:p>
          <a:p>
            <a:pPr>
              <a:spcAft>
                <a:spcPts val="100"/>
              </a:spcAft>
              <a:defRPr sz="1000">
                <a:solidFill>
                  <a:srgbClr val="7EC68E"/>
                </a:solidFill>
                <a:latin typeface="Consolas"/>
              </a:defRPr>
            </a:pPr>
            <a:r>
              <a:t>// tipi=[WORKED_ON, WORKED_ON]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Path a Lunghezza Variabile</a:t>
            </a:r>
          </a:p>
        </p:txBody>
      </p:sp>
      <p:sp>
        <p:nvSpPr>
          <p:cNvPr id="3" name="TextBox 2"/>
          <p:cNvSpPr txBox="1"/>
          <p:nvPr/>
        </p:nvSpPr>
        <p:spPr>
          <a:xfrm>
            <a:off x="731520" y="960120"/>
            <a:ext cx="10515600" cy="457200"/>
          </a:xfrm>
          <a:prstGeom prst="rect">
            <a:avLst/>
          </a:prstGeom>
          <a:noFill/>
        </p:spPr>
        <p:txBody>
          <a:bodyPr wrap="square">
            <a:spAutoFit/>
          </a:bodyPr>
          <a:lstStyle/>
          <a:p>
            <a:pPr algn="l">
              <a:defRPr sz="1400" b="0">
                <a:solidFill>
                  <a:srgbClr val="CCCCCC"/>
                </a:solidFill>
                <a:latin typeface="Calibri"/>
              </a:defRPr>
            </a:pPr>
            <a:r>
              <a:t>Quanti hop servono? Non sempre lo sappiamo a priori. Con *min..max si esprime un intervallo di profondità.</a:t>
            </a:r>
          </a:p>
        </p:txBody>
      </p:sp>
      <p:sp>
        <p:nvSpPr>
          <p:cNvPr id="4" name="TextBox 3"/>
          <p:cNvSpPr txBox="1"/>
          <p:nvPr/>
        </p:nvSpPr>
        <p:spPr>
          <a:xfrm>
            <a:off x="731520" y="1463040"/>
            <a:ext cx="5029200" cy="2926080"/>
          </a:xfrm>
          <a:prstGeom prst="rect">
            <a:avLst/>
          </a:prstGeom>
          <a:noFill/>
        </p:spPr>
        <p:txBody>
          <a:bodyPr wrap="square">
            <a:spAutoFit/>
          </a:bodyPr>
          <a:lstStyle/>
          <a:p>
            <a:pPr algn="l">
              <a:spcAft>
                <a:spcPts val="300"/>
              </a:spcAft>
              <a:defRPr sz="1300">
                <a:solidFill>
                  <a:srgbClr val="FFFFFF"/>
                </a:solidFill>
                <a:latin typeface="Calibri"/>
              </a:defRPr>
            </a:pPr>
            <a:r>
              <a:t>•  -[:R*1..3]  → da 1 a 3 relazioni</a:t>
            </a:r>
          </a:p>
          <a:p>
            <a:pPr algn="l">
              <a:spcAft>
                <a:spcPts val="300"/>
              </a:spcAft>
              <a:defRPr sz="1300">
                <a:solidFill>
                  <a:srgbClr val="FFFFFF"/>
                </a:solidFill>
                <a:latin typeface="Calibri"/>
              </a:defRPr>
            </a:pPr>
            <a:r>
              <a:t>•  -[:R*]      → 1 o più (illimitato — attenzione)</a:t>
            </a:r>
          </a:p>
          <a:p>
            <a:pPr algn="l">
              <a:spcAft>
                <a:spcPts val="300"/>
              </a:spcAft>
              <a:defRPr sz="1300">
                <a:solidFill>
                  <a:srgbClr val="FFFFFF"/>
                </a:solidFill>
                <a:latin typeface="Calibri"/>
              </a:defRPr>
            </a:pPr>
            <a:r>
              <a:t>•  -[:R*0..2]  → 0, 1 o 2 (è opzionale fino a 2)</a:t>
            </a:r>
          </a:p>
          <a:p>
            <a:pPr algn="l">
              <a:spcAft>
                <a:spcPts val="300"/>
              </a:spcAft>
              <a:defRPr sz="1300">
                <a:solidFill>
                  <a:srgbClr val="FFFFFF"/>
                </a:solidFill>
                <a:latin typeface="Calibri"/>
              </a:defRPr>
            </a:pPr>
            <a:r>
              <a:t>•  La direzione conta: --&gt; in avanti, -- in entrambi i versi</a:t>
            </a:r>
          </a:p>
          <a:p>
            <a:pPr algn="l">
              <a:spcAft>
                <a:spcPts val="300"/>
              </a:spcAft>
              <a:defRPr sz="1300">
                <a:solidFill>
                  <a:srgbClr val="FFFFFF"/>
                </a:solidFill>
                <a:latin typeface="Calibri"/>
              </a:defRPr>
            </a:pPr>
            <a:r>
              <a:t>•  L'esplorazione avanza hop per hop (BFS)</a:t>
            </a:r>
          </a:p>
          <a:p>
            <a:pPr algn="l">
              <a:spcAft>
                <a:spcPts val="300"/>
              </a:spcAft>
              <a:defRPr sz="1300">
                <a:solidFill>
                  <a:srgbClr val="FFFFFF"/>
                </a:solidFill>
                <a:latin typeface="Calibri"/>
              </a:defRPr>
            </a:pPr>
            <a:r>
              <a:t>•  Su grafi bipartiti (Person↔Project) alterna i tipi di nodo</a:t>
            </a:r>
          </a:p>
          <a:p>
            <a:pPr algn="l">
              <a:spcAft>
                <a:spcPts val="300"/>
              </a:spcAft>
              <a:defRPr sz="1300">
                <a:solidFill>
                  <a:srgbClr val="FFFFFF"/>
                </a:solidFill>
                <a:latin typeface="Calibri"/>
              </a:defRPr>
            </a:pPr>
            <a:r>
              <a:t>•  Senza limite massimo, i cicli esplodono</a:t>
            </a:r>
          </a:p>
        </p:txBody>
      </p:sp>
      <p:sp>
        <p:nvSpPr>
          <p:cNvPr id="5" name="Rectangle 4"/>
          <p:cNvSpPr/>
          <p:nvPr/>
        </p:nvSpPr>
        <p:spPr>
          <a:xfrm>
            <a:off x="5669280" y="1463040"/>
            <a:ext cx="4846320" cy="310896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779008" y="1536192"/>
            <a:ext cx="4626864" cy="2962656"/>
          </a:xfrm>
          <a:prstGeom prst="rect">
            <a:avLst/>
          </a:prstGeom>
          <a:noFill/>
        </p:spPr>
        <p:txBody>
          <a:bodyPr wrap="square">
            <a:spAutoFit/>
          </a:bodyPr>
          <a:lstStyle/>
          <a:p>
            <a:pPr>
              <a:spcAft>
                <a:spcPts val="100"/>
              </a:spcAft>
              <a:defRPr sz="1000">
                <a:solidFill>
                  <a:srgbClr val="7EC68E"/>
                </a:solidFill>
                <a:latin typeface="Consolas"/>
              </a:defRPr>
            </a:pPr>
            <a:r>
              <a:t>// Chi è raggiungibile da Monica in max 3 hop?</a:t>
            </a:r>
          </a:p>
          <a:p>
            <a:pPr>
              <a:spcAft>
                <a:spcPts val="100"/>
              </a:spcAft>
              <a:defRPr sz="1000">
                <a:solidFill>
                  <a:srgbClr val="7EC68E"/>
                </a:solidFill>
                <a:latin typeface="Consolas"/>
              </a:defRPr>
            </a:pPr>
            <a:r>
              <a:t>MATCH path = (a:Person {name: "Monica Gallo"})</a:t>
            </a:r>
          </a:p>
          <a:p>
            <a:pPr>
              <a:spcAft>
                <a:spcPts val="100"/>
              </a:spcAft>
              <a:defRPr sz="1000">
                <a:solidFill>
                  <a:srgbClr val="7EC68E"/>
                </a:solidFill>
                <a:latin typeface="Consolas"/>
              </a:defRPr>
            </a:pPr>
            <a:r>
              <a:t>      -[:WORKED_ON*1..3]-(b:Person)</a:t>
            </a:r>
          </a:p>
          <a:p>
            <a:pPr>
              <a:spcAft>
                <a:spcPts val="100"/>
              </a:spcAft>
              <a:defRPr sz="1000">
                <a:solidFill>
                  <a:srgbClr val="7EC68E"/>
                </a:solidFill>
                <a:latin typeface="Consolas"/>
              </a:defRPr>
            </a:pPr>
            <a:r>
              <a:t>RETURN [n IN nodes(path) | n.name] AS percorso,</a:t>
            </a:r>
          </a:p>
          <a:p>
            <a:pPr>
              <a:spcAft>
                <a:spcPts val="100"/>
              </a:spcAft>
              <a:defRPr sz="1000">
                <a:solidFill>
                  <a:srgbClr val="7EC68E"/>
                </a:solidFill>
                <a:latin typeface="Consolas"/>
              </a:defRPr>
            </a:pPr>
            <a:r>
              <a:t>       length(path) AS salti</a:t>
            </a:r>
          </a:p>
          <a:p>
            <a:pPr>
              <a:spcAft>
                <a:spcPts val="100"/>
              </a:spcAft>
              <a:defRPr sz="1000">
                <a:solidFill>
                  <a:srgbClr val="7EC68E"/>
                </a:solidFill>
                <a:latin typeface="Consolas"/>
              </a:defRPr>
            </a:pPr>
            <a:r>
              <a:t>LIMIT 5;</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1 hop: Monica → Piattaforma Saturno (Project)</a:t>
            </a:r>
          </a:p>
          <a:p>
            <a:pPr>
              <a:spcAft>
                <a:spcPts val="100"/>
              </a:spcAft>
              <a:defRPr sz="1000">
                <a:solidFill>
                  <a:srgbClr val="7EC68E"/>
                </a:solidFill>
                <a:latin typeface="Consolas"/>
              </a:defRPr>
            </a:pPr>
            <a:r>
              <a:t>// 2 hop: Piattaforma Saturno ← Enrico (Person, ok)</a:t>
            </a:r>
          </a:p>
          <a:p>
            <a:pPr>
              <a:spcAft>
                <a:spcPts val="100"/>
              </a:spcAft>
              <a:defRPr sz="1000">
                <a:solidFill>
                  <a:srgbClr val="7EC68E"/>
                </a:solidFill>
                <a:latin typeface="Consolas"/>
              </a:defRPr>
            </a:pPr>
            <a:r>
              <a:t>// WORKED_ON alterna Person ↔ Project:</a:t>
            </a:r>
          </a:p>
          <a:p>
            <a:pPr>
              <a:spcAft>
                <a:spcPts val="100"/>
              </a:spcAft>
              <a:defRPr sz="1000">
                <a:solidFill>
                  <a:srgbClr val="7EC68E"/>
                </a:solidFill>
                <a:latin typeface="Consolas"/>
              </a:defRPr>
            </a:pPr>
            <a:r>
              <a:t>// per chiudere su un Person servono hop pari</a:t>
            </a:r>
          </a:p>
        </p:txBody>
      </p:sp>
      <p:sp>
        <p:nvSpPr>
          <p:cNvPr id="7" name="Rectangle 6"/>
          <p:cNvSpPr/>
          <p:nvPr/>
        </p:nvSpPr>
        <p:spPr>
          <a:xfrm>
            <a:off x="731520" y="475488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5029200"/>
            <a:ext cx="10515600" cy="1097280"/>
          </a:xfrm>
          <a:prstGeom prst="rect">
            <a:avLst/>
          </a:prstGeom>
          <a:noFill/>
        </p:spPr>
        <p:txBody>
          <a:bodyPr wrap="square">
            <a:spAutoFit/>
          </a:bodyPr>
          <a:lstStyle/>
          <a:p>
            <a:pPr algn="l">
              <a:defRPr sz="1300" b="1">
                <a:solidFill>
                  <a:srgbClr val="E05050"/>
                </a:solidFill>
                <a:latin typeface="Calibri"/>
              </a:defRPr>
            </a:pPr>
            <a:r>
              <a:t>ATTENZIONE: su grafi con CICLI, * senza limite superiore può esplorare percorsi infiniti. Imposta sempre un massimo: *1..N oppure {1,N}.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Quantified Path Patterns (GQL)</a:t>
            </a:r>
          </a:p>
        </p:txBody>
      </p:sp>
      <p:sp>
        <p:nvSpPr>
          <p:cNvPr id="3" name="TextBox 2"/>
          <p:cNvSpPr txBox="1"/>
          <p:nvPr/>
        </p:nvSpPr>
        <p:spPr>
          <a:xfrm>
            <a:off x="731520" y="960120"/>
            <a:ext cx="10515600" cy="457200"/>
          </a:xfrm>
          <a:prstGeom prst="rect">
            <a:avLst/>
          </a:prstGeom>
          <a:noFill/>
        </p:spPr>
        <p:txBody>
          <a:bodyPr wrap="square">
            <a:spAutoFit/>
          </a:bodyPr>
          <a:lstStyle/>
          <a:p>
            <a:pPr algn="l">
              <a:defRPr sz="1400" b="0">
                <a:solidFill>
                  <a:srgbClr val="CCCCCC"/>
                </a:solidFill>
                <a:latin typeface="Calibri"/>
              </a:defRPr>
            </a:pPr>
            <a:r>
              <a:t>La sintassi moderna (standard GQL, Neo4j 5.9+). Un quantificatore ripete un intero segmento di pattern.</a:t>
            </a:r>
          </a:p>
        </p:txBody>
      </p:sp>
      <p:sp>
        <p:nvSpPr>
          <p:cNvPr id="4" name="TextBox 3"/>
          <p:cNvSpPr txBox="1"/>
          <p:nvPr/>
        </p:nvSpPr>
        <p:spPr>
          <a:xfrm>
            <a:off x="731520" y="1463040"/>
            <a:ext cx="5029200" cy="3108960"/>
          </a:xfrm>
          <a:prstGeom prst="rect">
            <a:avLst/>
          </a:prstGeom>
          <a:noFill/>
        </p:spPr>
        <p:txBody>
          <a:bodyPr wrap="square">
            <a:spAutoFit/>
          </a:bodyPr>
          <a:lstStyle/>
          <a:p>
            <a:pPr algn="l">
              <a:spcAft>
                <a:spcPts val="300"/>
              </a:spcAft>
              <a:defRPr sz="1300">
                <a:solidFill>
                  <a:srgbClr val="FFFFFF"/>
                </a:solidFill>
                <a:latin typeface="Calibri"/>
              </a:defRPr>
            </a:pPr>
            <a:r>
              <a:t>•  -[:WORKED_ON]-&gt;{1,3} → quantified relationship</a:t>
            </a:r>
          </a:p>
          <a:p>
            <a:pPr algn="l">
              <a:spcAft>
                <a:spcPts val="300"/>
              </a:spcAft>
              <a:defRPr sz="1300">
                <a:solidFill>
                  <a:srgbClr val="FFFFFF"/>
                </a:solidFill>
                <a:latin typeface="Calibri"/>
              </a:defRPr>
            </a:pPr>
            <a:r>
              <a:t>  (equivalente moderno di *1..3)</a:t>
            </a:r>
          </a:p>
          <a:p>
            <a:pPr algn="l">
              <a:spcAft>
                <a:spcPts val="300"/>
              </a:spcAft>
              <a:defRPr sz="1300">
                <a:solidFill>
                  <a:srgbClr val="FFFFFF"/>
                </a:solidFill>
                <a:latin typeface="Calibri"/>
              </a:defRPr>
            </a:pPr>
            <a:r>
              <a:t>•  ((...)){1,3} → ripete un segmento multi-nodo</a:t>
            </a:r>
          </a:p>
          <a:p>
            <a:pPr algn="l">
              <a:spcAft>
                <a:spcPts val="300"/>
              </a:spcAft>
              <a:defRPr sz="1300">
                <a:solidFill>
                  <a:srgbClr val="FFFFFF"/>
                </a:solidFill>
                <a:latin typeface="Calibri"/>
              </a:defRPr>
            </a:pPr>
            <a:r>
              <a:t>•  Segmenti consecutivi CONDIVIDONO il nodo di confine</a:t>
            </a:r>
          </a:p>
          <a:p>
            <a:pPr algn="l">
              <a:spcAft>
                <a:spcPts val="300"/>
              </a:spcAft>
              <a:defRPr sz="1300">
                <a:solidFill>
                  <a:srgbClr val="FFFFFF"/>
                </a:solidFill>
                <a:latin typeface="Calibri"/>
              </a:defRPr>
            </a:pPr>
            <a:r>
              <a:t>•  Il nodo di partenza sta FUORI dalle ( )</a:t>
            </a:r>
          </a:p>
          <a:p>
            <a:pPr algn="l">
              <a:spcAft>
                <a:spcPts val="300"/>
              </a:spcAft>
              <a:defRPr sz="1300">
                <a:solidFill>
                  <a:srgbClr val="FFFFFF"/>
                </a:solidFill>
                <a:latin typeface="Calibri"/>
              </a:defRPr>
            </a:pPr>
            <a:r>
              <a:t>•  Il vecchio *1..3 resta supportato (stesso piano)</a:t>
            </a:r>
          </a:p>
        </p:txBody>
      </p:sp>
      <p:sp>
        <p:nvSpPr>
          <p:cNvPr id="5" name="Rectangle 4"/>
          <p:cNvSpPr/>
          <p:nvPr/>
        </p:nvSpPr>
        <p:spPr>
          <a:xfrm>
            <a:off x="5669280" y="1463040"/>
            <a:ext cx="4846320" cy="365760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779008" y="1536192"/>
            <a:ext cx="4626864" cy="3511296"/>
          </a:xfrm>
          <a:prstGeom prst="rect">
            <a:avLst/>
          </a:prstGeom>
          <a:noFill/>
        </p:spPr>
        <p:txBody>
          <a:bodyPr wrap="square">
            <a:spAutoFit/>
          </a:bodyPr>
          <a:lstStyle/>
          <a:p>
            <a:pPr>
              <a:spcAft>
                <a:spcPts val="100"/>
              </a:spcAft>
              <a:defRPr sz="1000">
                <a:solidFill>
                  <a:srgbClr val="7EC68E"/>
                </a:solidFill>
                <a:latin typeface="Consolas"/>
              </a:defRPr>
            </a:pPr>
            <a:r>
              <a:t>// 1) Quantified relationship (= *1..3):</a:t>
            </a:r>
          </a:p>
          <a:p>
            <a:pPr>
              <a:spcAft>
                <a:spcPts val="100"/>
              </a:spcAft>
              <a:defRPr sz="1000">
                <a:solidFill>
                  <a:srgbClr val="7EC68E"/>
                </a:solidFill>
                <a:latin typeface="Consolas"/>
              </a:defRPr>
            </a:pPr>
            <a:r>
              <a:t>MATCH (a:Person {name: "Monica Gallo"})</a:t>
            </a:r>
          </a:p>
          <a:p>
            <a:pPr>
              <a:spcAft>
                <a:spcPts val="100"/>
              </a:spcAft>
              <a:defRPr sz="1000">
                <a:solidFill>
                  <a:srgbClr val="7EC68E"/>
                </a:solidFill>
                <a:latin typeface="Consolas"/>
              </a:defRPr>
            </a:pPr>
            <a:r>
              <a:t>      -[:WORKED_ON]-&gt;{1,3}(b:Project)</a:t>
            </a:r>
          </a:p>
          <a:p>
            <a:pPr>
              <a:spcAft>
                <a:spcPts val="100"/>
              </a:spcAft>
              <a:defRPr sz="1000">
                <a:solidFill>
                  <a:srgbClr val="7EC68E"/>
                </a:solidFill>
                <a:latin typeface="Consolas"/>
              </a:defRPr>
            </a:pPr>
            <a:r>
              <a:t>RETURN a.name, b.name LIMIT 5;</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2) Quantified path pattern: segmento intero</a:t>
            </a:r>
          </a:p>
          <a:p>
            <a:pPr>
              <a:spcAft>
                <a:spcPts val="100"/>
              </a:spcAft>
              <a:defRPr sz="1000">
                <a:solidFill>
                  <a:srgbClr val="7EC68E"/>
                </a:solidFill>
                <a:latin typeface="Consolas"/>
              </a:defRPr>
            </a:pPr>
            <a:r>
              <a:t>MATCH (a:Person {name: "Monica Gallo"})</a:t>
            </a:r>
          </a:p>
          <a:p>
            <a:pPr>
              <a:spcAft>
                <a:spcPts val="100"/>
              </a:spcAft>
              <a:defRPr sz="1000">
                <a:solidFill>
                  <a:srgbClr val="7EC68E"/>
                </a:solidFill>
                <a:latin typeface="Consolas"/>
              </a:defRPr>
            </a:pPr>
            <a:r>
              <a:t>      ((:Person)-[:WORKED_ON]-&gt;(:Project)</a:t>
            </a:r>
          </a:p>
          <a:p>
            <a:pPr>
              <a:spcAft>
                <a:spcPts val="100"/>
              </a:spcAft>
              <a:defRPr sz="1000">
                <a:solidFill>
                  <a:srgbClr val="7EC68E"/>
                </a:solidFill>
                <a:latin typeface="Consolas"/>
              </a:defRPr>
            </a:pPr>
            <a:r>
              <a:t>       &lt;-[:WORKED_ON]-(:Person)){1,2}</a:t>
            </a:r>
          </a:p>
          <a:p>
            <a:pPr>
              <a:spcAft>
                <a:spcPts val="100"/>
              </a:spcAft>
              <a:defRPr sz="1000">
                <a:solidFill>
                  <a:srgbClr val="7EC68E"/>
                </a:solidFill>
                <a:latin typeface="Consolas"/>
              </a:defRPr>
            </a:pPr>
            <a:r>
              <a:t>      (b:Person)</a:t>
            </a:r>
          </a:p>
          <a:p>
            <a:pPr>
              <a:spcAft>
                <a:spcPts val="100"/>
              </a:spcAft>
              <a:defRPr sz="1000">
                <a:solidFill>
                  <a:srgbClr val="7EC68E"/>
                </a:solidFill>
                <a:latin typeface="Consolas"/>
              </a:defRPr>
            </a:pPr>
            <a:r>
              <a:t>RETURN a.name, b.name LIMIT 5;</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Espansione di {1,2}: i segmenti si incastrano</a:t>
            </a:r>
          </a:p>
          <a:p>
            <a:pPr>
              <a:spcAft>
                <a:spcPts val="100"/>
              </a:spcAft>
              <a:defRPr sz="1000">
                <a:solidFill>
                  <a:srgbClr val="7EC68E"/>
                </a:solidFill>
                <a:latin typeface="Consolas"/>
              </a:defRPr>
            </a:pPr>
            <a:r>
              <a:t>//   a → Pr1 ← P2 → Pr2 ← b</a:t>
            </a:r>
          </a:p>
          <a:p>
            <a:pPr>
              <a:spcAft>
                <a:spcPts val="100"/>
              </a:spcAft>
              <a:defRPr sz="1000">
                <a:solidFill>
                  <a:srgbClr val="7EC68E"/>
                </a:solidFill>
                <a:latin typeface="Consolas"/>
              </a:defRPr>
            </a:pPr>
            <a:r>
              <a:t>// P2 (Persona) è il nodo di CONFINE condiviso.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shortestPath: il Cammino Minimo</a:t>
            </a:r>
          </a:p>
        </p:txBody>
      </p:sp>
      <p:sp>
        <p:nvSpPr>
          <p:cNvPr id="3" name="TextBox 2"/>
          <p:cNvSpPr txBox="1"/>
          <p:nvPr/>
        </p:nvSpPr>
        <p:spPr>
          <a:xfrm>
            <a:off x="731520" y="960120"/>
            <a:ext cx="10515600" cy="457200"/>
          </a:xfrm>
          <a:prstGeom prst="rect">
            <a:avLst/>
          </a:prstGeom>
          <a:noFill/>
        </p:spPr>
        <p:txBody>
          <a:bodyPr wrap="square">
            <a:spAutoFit/>
          </a:bodyPr>
          <a:lstStyle/>
          <a:p>
            <a:pPr algn="l">
              <a:defRPr sz="1400" b="0">
                <a:solidFill>
                  <a:srgbClr val="CCCCCC"/>
                </a:solidFill>
                <a:latin typeface="Calibri"/>
              </a:defRPr>
            </a:pPr>
            <a:r>
              <a:t>Trova il percorso con il MINOR NUMERO DI HOP tra due nodi (ricerca in ampiezza, BFS).</a:t>
            </a:r>
          </a:p>
        </p:txBody>
      </p:sp>
      <p:sp>
        <p:nvSpPr>
          <p:cNvPr id="4" name="TextBox 3"/>
          <p:cNvSpPr txBox="1"/>
          <p:nvPr/>
        </p:nvSpPr>
        <p:spPr>
          <a:xfrm>
            <a:off x="731520" y="1463040"/>
            <a:ext cx="5029200" cy="2926080"/>
          </a:xfrm>
          <a:prstGeom prst="rect">
            <a:avLst/>
          </a:prstGeom>
          <a:noFill/>
        </p:spPr>
        <p:txBody>
          <a:bodyPr wrap="square">
            <a:spAutoFit/>
          </a:bodyPr>
          <a:lstStyle/>
          <a:p>
            <a:pPr algn="l">
              <a:spcAft>
                <a:spcPts val="500"/>
              </a:spcAft>
              <a:defRPr sz="1300">
                <a:solidFill>
                  <a:srgbClr val="FFFFFF"/>
                </a:solidFill>
                <a:latin typeface="Calibri"/>
              </a:defRPr>
            </a:pPr>
            <a:r>
              <a:t>•  shortestPath((a)-[:R*]-(b)) → un cammino minimo</a:t>
            </a:r>
          </a:p>
          <a:p>
            <a:pPr algn="l">
              <a:spcAft>
                <a:spcPts val="500"/>
              </a:spcAft>
              <a:defRPr sz="1300">
                <a:solidFill>
                  <a:srgbClr val="FFFFFF"/>
                </a:solidFill>
                <a:latin typeface="Calibri"/>
              </a:defRPr>
            </a:pPr>
            <a:r>
              <a:t>•  allShortestPaths(...) → tutti i cammini di pari lunghezza</a:t>
            </a:r>
          </a:p>
          <a:p>
            <a:pPr algn="l">
              <a:spcAft>
                <a:spcPts val="500"/>
              </a:spcAft>
              <a:defRPr sz="1300">
                <a:solidFill>
                  <a:srgbClr val="FFFFFF"/>
                </a:solidFill>
                <a:latin typeface="Calibri"/>
              </a:defRPr>
            </a:pPr>
            <a:r>
              <a:t>•  Misura gli HOP, non i pesi (per i pesi: GDS/Dijkstra)</a:t>
            </a:r>
          </a:p>
          <a:p>
            <a:pPr algn="l">
              <a:spcAft>
                <a:spcPts val="500"/>
              </a:spcAft>
              <a:defRPr sz="1300">
                <a:solidFill>
                  <a:srgbClr val="FFFFFF"/>
                </a:solidFill>
                <a:latin typeface="Calibri"/>
              </a:defRPr>
            </a:pPr>
            <a:r>
              <a:t>•  Se a e b non sono collegati → nessuna riga</a:t>
            </a:r>
          </a:p>
          <a:p>
            <a:pPr algn="l">
              <a:spcAft>
                <a:spcPts val="500"/>
              </a:spcAft>
              <a:defRPr sz="1300">
                <a:solidFill>
                  <a:srgbClr val="FFFFFF"/>
                </a:solidFill>
                <a:latin typeface="Calibri"/>
              </a:defRPr>
            </a:pPr>
            <a:r>
              <a:t>•  Serve il match preliminare di entrambi i nodi</a:t>
            </a:r>
          </a:p>
        </p:txBody>
      </p:sp>
      <p:sp>
        <p:nvSpPr>
          <p:cNvPr id="5" name="Rectangle 4"/>
          <p:cNvSpPr/>
          <p:nvPr/>
        </p:nvSpPr>
        <p:spPr>
          <a:xfrm>
            <a:off x="5669280" y="1463040"/>
            <a:ext cx="4846320" cy="329184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779008" y="1536192"/>
            <a:ext cx="4626864" cy="3145536"/>
          </a:xfrm>
          <a:prstGeom prst="rect">
            <a:avLst/>
          </a:prstGeom>
          <a:noFill/>
        </p:spPr>
        <p:txBody>
          <a:bodyPr wrap="square">
            <a:spAutoFit/>
          </a:bodyPr>
          <a:lstStyle/>
          <a:p>
            <a:pPr>
              <a:spcAft>
                <a:spcPts val="100"/>
              </a:spcAft>
              <a:defRPr sz="1000">
                <a:solidFill>
                  <a:srgbClr val="7EC68E"/>
                </a:solidFill>
                <a:latin typeface="Consolas"/>
              </a:defRPr>
            </a:pPr>
            <a:r>
              <a:t>// Cammino minimo tra due impiegati:</a:t>
            </a:r>
          </a:p>
          <a:p>
            <a:pPr>
              <a:spcAft>
                <a:spcPts val="100"/>
              </a:spcAft>
              <a:defRPr sz="1000">
                <a:solidFill>
                  <a:srgbClr val="7EC68E"/>
                </a:solidFill>
                <a:latin typeface="Consolas"/>
              </a:defRPr>
            </a:pPr>
            <a:r>
              <a:t>MATCH (a:Person {employee_id: 8907}),</a:t>
            </a:r>
          </a:p>
          <a:p>
            <a:pPr>
              <a:spcAft>
                <a:spcPts val="100"/>
              </a:spcAft>
              <a:defRPr sz="1000">
                <a:solidFill>
                  <a:srgbClr val="7EC68E"/>
                </a:solidFill>
                <a:latin typeface="Consolas"/>
              </a:defRPr>
            </a:pPr>
            <a:r>
              <a:t>      (b:Person {employee_id: 8902})</a:t>
            </a:r>
          </a:p>
          <a:p>
            <a:pPr>
              <a:spcAft>
                <a:spcPts val="100"/>
              </a:spcAft>
              <a:defRPr sz="1000">
                <a:solidFill>
                  <a:srgbClr val="7EC68E"/>
                </a:solidFill>
                <a:latin typeface="Consolas"/>
              </a:defRPr>
            </a:pPr>
            <a:r>
              <a:t>MATCH path = shortestPath(</a:t>
            </a:r>
          </a:p>
          <a:p>
            <a:pPr>
              <a:spcAft>
                <a:spcPts val="100"/>
              </a:spcAft>
              <a:defRPr sz="1000">
                <a:solidFill>
                  <a:srgbClr val="7EC68E"/>
                </a:solidFill>
                <a:latin typeface="Consolas"/>
              </a:defRPr>
            </a:pPr>
            <a:r>
              <a:t>      (a)-[:WORKED_ON*]-(b))</a:t>
            </a:r>
          </a:p>
          <a:p>
            <a:pPr>
              <a:spcAft>
                <a:spcPts val="100"/>
              </a:spcAft>
              <a:defRPr sz="1000">
                <a:solidFill>
                  <a:srgbClr val="7EC68E"/>
                </a:solidFill>
                <a:latin typeface="Consolas"/>
              </a:defRPr>
            </a:pPr>
            <a:r>
              <a:t>RETURN [n IN nodes(path) | n.name] AS percorso,</a:t>
            </a:r>
          </a:p>
          <a:p>
            <a:pPr>
              <a:spcAft>
                <a:spcPts val="100"/>
              </a:spcAft>
              <a:defRPr sz="1000">
                <a:solidFill>
                  <a:srgbClr val="7EC68E"/>
                </a:solidFill>
                <a:latin typeface="Consolas"/>
              </a:defRPr>
            </a:pPr>
            <a:r>
              <a:t>       length(path) AS hop;</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OUTPUT: [Monica Gallo, Piattaforma Saturno,</a:t>
            </a:r>
          </a:p>
          <a:p>
            <a:pPr>
              <a:spcAft>
                <a:spcPts val="100"/>
              </a:spcAft>
              <a:defRPr sz="1000">
                <a:solidFill>
                  <a:srgbClr val="7EC68E"/>
                </a:solidFill>
                <a:latin typeface="Consolas"/>
              </a:defRPr>
            </a:pPr>
            <a:r>
              <a:t>//          Enrico Bianchi] (2 hop)</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allShortestPaths: anche gli altri cammini</a:t>
            </a:r>
          </a:p>
          <a:p>
            <a:pPr>
              <a:spcAft>
                <a:spcPts val="100"/>
              </a:spcAft>
              <a:defRPr sz="1000">
                <a:solidFill>
                  <a:srgbClr val="7EC68E"/>
                </a:solidFill>
                <a:latin typeface="Consolas"/>
              </a:defRPr>
            </a:pPr>
            <a:r>
              <a:t>// minimi, con la stessa lunghezza</a:t>
            </a:r>
          </a:p>
        </p:txBody>
      </p:sp>
      <p:sp>
        <p:nvSpPr>
          <p:cNvPr id="7" name="Rectangle 6"/>
          <p:cNvSpPr/>
          <p:nvPr/>
        </p:nvSpPr>
        <p:spPr>
          <a:xfrm>
            <a:off x="731520" y="512064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5394960"/>
            <a:ext cx="10515600" cy="914400"/>
          </a:xfrm>
          <a:prstGeom prst="rect">
            <a:avLst/>
          </a:prstGeom>
          <a:noFill/>
        </p:spPr>
        <p:txBody>
          <a:bodyPr wrap="square">
            <a:spAutoFit/>
          </a:bodyPr>
          <a:lstStyle/>
          <a:p>
            <a:pPr algn="l">
              <a:defRPr sz="1300" b="0">
                <a:solidFill>
                  <a:srgbClr val="F0C040"/>
                </a:solidFill>
                <a:latin typeface="Calibri"/>
              </a:defRPr>
            </a:pPr>
            <a:r>
              <a:t>Come funziona: BFS esplora per livelli (distanza 1, poi 2, poi 3…). Il primo livello che raggiunge b è il cammino minimo. Il 'Bacon number' è la stessa idea con i film condivisi.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MERGE vs CREATE: Idempotenza</a:t>
            </a:r>
          </a:p>
        </p:txBody>
      </p:sp>
      <p:sp>
        <p:nvSpPr>
          <p:cNvPr id="3" name="TextBox 2"/>
          <p:cNvSpPr txBox="1"/>
          <p:nvPr/>
        </p:nvSpPr>
        <p:spPr>
          <a:xfrm>
            <a:off x="731520" y="960120"/>
            <a:ext cx="10515600" cy="457200"/>
          </a:xfrm>
          <a:prstGeom prst="rect">
            <a:avLst/>
          </a:prstGeom>
          <a:noFill/>
        </p:spPr>
        <p:txBody>
          <a:bodyPr wrap="square">
            <a:spAutoFit/>
          </a:bodyPr>
          <a:lstStyle/>
          <a:p>
            <a:pPr algn="l">
              <a:defRPr sz="1400" b="0">
                <a:solidFill>
                  <a:srgbClr val="CCCCCC"/>
                </a:solidFill>
                <a:latin typeface="Calibri"/>
              </a:defRPr>
            </a:pPr>
            <a:r>
              <a:t>La differenza fondamentale: CREATE inserisce sempre, MERGE cerca prima di creare (match-or-create).</a:t>
            </a:r>
          </a:p>
        </p:txBody>
      </p:sp>
      <p:sp>
        <p:nvSpPr>
          <p:cNvPr id="4" name="TextBox 3"/>
          <p:cNvSpPr txBox="1"/>
          <p:nvPr/>
        </p:nvSpPr>
        <p:spPr>
          <a:xfrm>
            <a:off x="731520" y="1463040"/>
            <a:ext cx="5029200" cy="2926080"/>
          </a:xfrm>
          <a:prstGeom prst="rect">
            <a:avLst/>
          </a:prstGeom>
          <a:noFill/>
        </p:spPr>
        <p:txBody>
          <a:bodyPr wrap="square">
            <a:spAutoFit/>
          </a:bodyPr>
          <a:lstStyle/>
          <a:p>
            <a:pPr algn="l">
              <a:spcAft>
                <a:spcPts val="500"/>
              </a:spcAft>
              <a:defRPr sz="1300">
                <a:solidFill>
                  <a:srgbClr val="FFFFFF"/>
                </a:solidFill>
                <a:latin typeface="Calibri"/>
              </a:defRPr>
            </a:pPr>
            <a:r>
              <a:t>•  CREATE → inserisce SEMPRE. Due esecuzioni = due nodi</a:t>
            </a:r>
          </a:p>
          <a:p>
            <a:pPr algn="l">
              <a:spcAft>
                <a:spcPts val="500"/>
              </a:spcAft>
              <a:defRPr sz="1300">
                <a:solidFill>
                  <a:srgbClr val="FFFFFF"/>
                </a:solidFill>
                <a:latin typeface="Calibri"/>
              </a:defRPr>
            </a:pPr>
            <a:r>
              <a:t>•  MERGE → match-or-create: cerca prima, crea se serve</a:t>
            </a:r>
          </a:p>
          <a:p>
            <a:pPr algn="l">
              <a:spcAft>
                <a:spcPts val="500"/>
              </a:spcAft>
              <a:defRPr sz="1300">
                <a:solidFill>
                  <a:srgbClr val="FFFFFF"/>
                </a:solidFill>
                <a:latin typeface="Calibri"/>
              </a:defRPr>
            </a:pPr>
            <a:r>
              <a:t>•  IDEMPOTENZA: eseguire N volte produce lo stesso grafo</a:t>
            </a:r>
          </a:p>
          <a:p>
            <a:pPr algn="l">
              <a:spcAft>
                <a:spcPts val="500"/>
              </a:spcAft>
              <a:defRPr sz="1300">
                <a:solidFill>
                  <a:srgbClr val="FFFFFF"/>
                </a:solidFill>
                <a:latin typeface="Calibri"/>
              </a:defRPr>
            </a:pPr>
            <a:r>
              <a:t>•  MERGE sulla CHIAVE univoca + constraint UNIQUE</a:t>
            </a:r>
          </a:p>
          <a:p>
            <a:pPr algn="l">
              <a:spcAft>
                <a:spcPts val="500"/>
              </a:spcAft>
              <a:defRPr sz="1300">
                <a:solidFill>
                  <a:srgbClr val="FFFFFF"/>
                </a:solidFill>
                <a:latin typeface="Calibri"/>
              </a:defRPr>
            </a:pPr>
            <a:r>
              <a:t>•  Mai mettere proprietà volatili nel pattern del MERGE</a:t>
            </a:r>
          </a:p>
        </p:txBody>
      </p:sp>
      <p:sp>
        <p:nvSpPr>
          <p:cNvPr id="5" name="Rectangle 4"/>
          <p:cNvSpPr/>
          <p:nvPr/>
        </p:nvSpPr>
        <p:spPr>
          <a:xfrm>
            <a:off x="5669280" y="1463040"/>
            <a:ext cx="4846320" cy="34747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779008" y="1536192"/>
            <a:ext cx="4626864" cy="3328416"/>
          </a:xfrm>
          <a:prstGeom prst="rect">
            <a:avLst/>
          </a:prstGeom>
          <a:noFill/>
        </p:spPr>
        <p:txBody>
          <a:bodyPr wrap="square">
            <a:spAutoFit/>
          </a:bodyPr>
          <a:lstStyle/>
          <a:p>
            <a:pPr>
              <a:spcAft>
                <a:spcPts val="100"/>
              </a:spcAft>
              <a:defRPr sz="1000">
                <a:solidFill>
                  <a:srgbClr val="7EC68E"/>
                </a:solidFill>
                <a:latin typeface="Consolas"/>
              </a:defRPr>
            </a:pPr>
            <a:r>
              <a:t>// CREATE: ogni esecuzione aggiunge un nodo</a:t>
            </a:r>
          </a:p>
          <a:p>
            <a:pPr>
              <a:spcAft>
                <a:spcPts val="100"/>
              </a:spcAft>
              <a:defRPr sz="1000">
                <a:solidFill>
                  <a:srgbClr val="7EC68E"/>
                </a:solidFill>
                <a:latin typeface="Consolas"/>
              </a:defRPr>
            </a:pPr>
            <a:r>
              <a:t>CREATE (p:Person {employee_id: 999,</a:t>
            </a:r>
          </a:p>
          <a:p>
            <a:pPr>
              <a:spcAft>
                <a:spcPts val="100"/>
              </a:spcAft>
              <a:defRPr sz="1000">
                <a:solidFill>
                  <a:srgbClr val="7EC68E"/>
                </a:solidFill>
                <a:latin typeface="Consolas"/>
              </a:defRPr>
            </a:pPr>
            <a:r>
              <a:t>                  name: "Alice"});</a:t>
            </a:r>
          </a:p>
          <a:p>
            <a:pPr>
              <a:spcAft>
                <a:spcPts val="100"/>
              </a:spcAft>
              <a:defRPr sz="1000">
                <a:solidFill>
                  <a:srgbClr val="7EC68E"/>
                </a:solidFill>
                <a:latin typeface="Consolas"/>
              </a:defRPr>
            </a:pPr>
            <a:r>
              <a:t>// 1ª volta crea · 2ª volta = duplicato!</a:t>
            </a:r>
          </a:p>
          <a:p>
            <a:pPr>
              <a:spcAft>
                <a:spcPts val="100"/>
              </a:spcAft>
              <a:defRPr sz="1000">
                <a:solidFill>
                  <a:srgbClr val="7EC68E"/>
                </a:solidFill>
                <a:latin typeface="Consolas"/>
              </a:defRPr>
            </a:pPr>
            <a:r>
              <a:t>// (o errore di constraint UNIQUE)</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MERGE: match-or-create</a:t>
            </a:r>
          </a:p>
          <a:p>
            <a:pPr>
              <a:spcAft>
                <a:spcPts val="100"/>
              </a:spcAft>
              <a:defRPr sz="1000">
                <a:solidFill>
                  <a:srgbClr val="7EC68E"/>
                </a:solidFill>
                <a:latin typeface="Consolas"/>
              </a:defRPr>
            </a:pPr>
            <a:r>
              <a:t>MERGE (p:Person {employee_id: 999})</a:t>
            </a:r>
          </a:p>
          <a:p>
            <a:pPr>
              <a:spcAft>
                <a:spcPts val="100"/>
              </a:spcAft>
              <a:defRPr sz="1000">
                <a:solidFill>
                  <a:srgbClr val="7EC68E"/>
                </a:solidFill>
                <a:latin typeface="Consolas"/>
              </a:defRPr>
            </a:pPr>
            <a:r>
              <a:t>  SET p.name = "Alice";</a:t>
            </a:r>
          </a:p>
          <a:p>
            <a:pPr>
              <a:spcAft>
                <a:spcPts val="100"/>
              </a:spcAft>
              <a:defRPr sz="1000">
                <a:solidFill>
                  <a:srgbClr val="7EC68E"/>
                </a:solidFill>
                <a:latin typeface="Consolas"/>
              </a:defRPr>
            </a:pPr>
            <a:r>
              <a:t>// 1ª volta crea · poi trova e aggiorna</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Proprietà nel pattern del MERGE:</a:t>
            </a:r>
          </a:p>
          <a:p>
            <a:pPr>
              <a:spcAft>
                <a:spcPts val="100"/>
              </a:spcAft>
              <a:defRPr sz="1000">
                <a:solidFill>
                  <a:srgbClr val="7EC68E"/>
                </a:solidFill>
                <a:latin typeface="Consolas"/>
              </a:defRPr>
            </a:pPr>
            <a:r>
              <a:t>MERGE (p:Person {employee_id: 999,</a:t>
            </a:r>
          </a:p>
          <a:p>
            <a:pPr>
              <a:spcAft>
                <a:spcPts val="100"/>
              </a:spcAft>
              <a:defRPr sz="1000">
                <a:solidFill>
                  <a:srgbClr val="7EC68E"/>
                </a:solidFill>
                <a:latin typeface="Consolas"/>
              </a:defRPr>
            </a:pPr>
            <a:r>
              <a:t>                 name: "Alice"})</a:t>
            </a:r>
          </a:p>
          <a:p>
            <a:pPr>
              <a:spcAft>
                <a:spcPts val="100"/>
              </a:spcAft>
              <a:defRPr sz="1000">
                <a:solidFill>
                  <a:srgbClr val="7EC68E"/>
                </a:solidFill>
                <a:latin typeface="Consolas"/>
              </a:defRPr>
            </a:pPr>
            <a:r>
              <a:t>// se "name" cambia → CREA un secondo nodo</a:t>
            </a:r>
          </a:p>
          <a:p>
            <a:pPr>
              <a:spcAft>
                <a:spcPts val="100"/>
              </a:spcAft>
              <a:defRPr sz="1000">
                <a:solidFill>
                  <a:srgbClr val="7EC68E"/>
                </a:solidFill>
                <a:latin typeface="Consolas"/>
              </a:defRPr>
            </a:pPr>
            <a:r>
              <a:t>// (MERGE cerca su TUTTE le props)</a:t>
            </a:r>
          </a:p>
        </p:txBody>
      </p:sp>
      <p:sp>
        <p:nvSpPr>
          <p:cNvPr id="7" name="Rectangle 6"/>
          <p:cNvSpPr/>
          <p:nvPr/>
        </p:nvSpPr>
        <p:spPr>
          <a:xfrm>
            <a:off x="731520" y="502920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5303520"/>
            <a:ext cx="10515600" cy="914400"/>
          </a:xfrm>
          <a:prstGeom prst="rect">
            <a:avLst/>
          </a:prstGeom>
          <a:noFill/>
        </p:spPr>
        <p:txBody>
          <a:bodyPr wrap="square">
            <a:spAutoFit/>
          </a:bodyPr>
          <a:lstStyle/>
          <a:p>
            <a:pPr algn="l">
              <a:defRPr sz="1300" b="0">
                <a:solidFill>
                  <a:srgbClr val="F0C040"/>
                </a:solidFill>
                <a:latin typeface="Calibri"/>
              </a:defRPr>
            </a:pPr>
            <a:r>
              <a:t>Regola pratica: MERGE su chiave univoca + constraint UNIQUE = caricamenti ripetibili senza duplicati.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MERGE: ON CREATE, ON MATCH, Relazioni</a:t>
            </a:r>
          </a:p>
        </p:txBody>
      </p:sp>
      <p:sp>
        <p:nvSpPr>
          <p:cNvPr id="3" name="TextBox 2"/>
          <p:cNvSpPr txBox="1"/>
          <p:nvPr/>
        </p:nvSpPr>
        <p:spPr>
          <a:xfrm>
            <a:off x="731520" y="960120"/>
            <a:ext cx="10515600" cy="457200"/>
          </a:xfrm>
          <a:prstGeom prst="rect">
            <a:avLst/>
          </a:prstGeom>
          <a:noFill/>
        </p:spPr>
        <p:txBody>
          <a:bodyPr wrap="square">
            <a:spAutoFit/>
          </a:bodyPr>
          <a:lstStyle/>
          <a:p>
            <a:pPr algn="l">
              <a:defRPr sz="1400" b="0">
                <a:solidFill>
                  <a:srgbClr val="CCCCCC"/>
                </a:solidFill>
                <a:latin typeface="Calibri"/>
              </a:defRPr>
            </a:pPr>
            <a:r>
              <a:t>MERGE funziona anche sulle relazioni. ON CREATE / ON MATCH distinguono inserimento da aggiornamento.</a:t>
            </a:r>
          </a:p>
        </p:txBody>
      </p:sp>
      <p:sp>
        <p:nvSpPr>
          <p:cNvPr id="4" name="Rectangle 3"/>
          <p:cNvSpPr/>
          <p:nvPr/>
        </p:nvSpPr>
        <p:spPr>
          <a:xfrm>
            <a:off x="731520" y="1463040"/>
            <a:ext cx="5029200" cy="34747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536192"/>
            <a:ext cx="4809744" cy="3328416"/>
          </a:xfrm>
          <a:prstGeom prst="rect">
            <a:avLst/>
          </a:prstGeom>
          <a:noFill/>
        </p:spPr>
        <p:txBody>
          <a:bodyPr wrap="square">
            <a:spAutoFit/>
          </a:bodyPr>
          <a:lstStyle/>
          <a:p>
            <a:pPr>
              <a:spcAft>
                <a:spcPts val="100"/>
              </a:spcAft>
              <a:defRPr sz="1000">
                <a:solidFill>
                  <a:srgbClr val="7EC68E"/>
                </a:solidFill>
                <a:latin typeface="Consolas"/>
              </a:defRPr>
            </a:pPr>
            <a:r>
              <a:t>// Relazione idempotente:</a:t>
            </a:r>
          </a:p>
          <a:p>
            <a:pPr>
              <a:spcAft>
                <a:spcPts val="100"/>
              </a:spcAft>
              <a:defRPr sz="1000">
                <a:solidFill>
                  <a:srgbClr val="7EC68E"/>
                </a:solidFill>
                <a:latin typeface="Consolas"/>
              </a:defRPr>
            </a:pPr>
            <a:r>
              <a:t>MATCH (p:Person {employee_id: 8889}),</a:t>
            </a:r>
          </a:p>
          <a:p>
            <a:pPr>
              <a:spcAft>
                <a:spcPts val="100"/>
              </a:spcAft>
              <a:defRPr sz="1000">
                <a:solidFill>
                  <a:srgbClr val="7EC68E"/>
                </a:solidFill>
                <a:latin typeface="Consolas"/>
              </a:defRPr>
            </a:pPr>
            <a:r>
              <a:t>      (s:Skill {name: "Python"})</a:t>
            </a:r>
          </a:p>
          <a:p>
            <a:pPr>
              <a:spcAft>
                <a:spcPts val="100"/>
              </a:spcAft>
              <a:defRPr sz="1000">
                <a:solidFill>
                  <a:srgbClr val="7EC68E"/>
                </a:solidFill>
                <a:latin typeface="Consolas"/>
              </a:defRPr>
            </a:pPr>
            <a:r>
              <a:t>MERGE (p)-[h:HAS_SKILL]-&gt;(s)</a:t>
            </a:r>
          </a:p>
          <a:p>
            <a:pPr>
              <a:spcAft>
                <a:spcPts val="100"/>
              </a:spcAft>
              <a:defRPr sz="1000">
                <a:solidFill>
                  <a:srgbClr val="7EC68E"/>
                </a:solidFill>
                <a:latin typeface="Consolas"/>
              </a:defRPr>
            </a:pPr>
            <a:r>
              <a:t>  ON CREATE SET h.proficiency = "Junior"</a:t>
            </a:r>
          </a:p>
          <a:p>
            <a:pPr>
              <a:spcAft>
                <a:spcPts val="100"/>
              </a:spcAft>
              <a:defRPr sz="1000">
                <a:solidFill>
                  <a:srgbClr val="7EC68E"/>
                </a:solidFill>
                <a:latin typeface="Consolas"/>
              </a:defRPr>
            </a:pPr>
            <a:r>
              <a:t>  ON MATCH  SET h.proficiency = "Senior";</a:t>
            </a:r>
          </a:p>
          <a:p>
            <a:pPr>
              <a:spcAft>
                <a:spcPts val="100"/>
              </a:spcAft>
              <a:defRPr sz="1000">
                <a:solidFill>
                  <a:srgbClr val="7EC68E"/>
                </a:solidFill>
                <a:latin typeface="Consolas"/>
              </a:defRPr>
            </a:pPr>
            <a:r>
              <a:t>// 1ª volta: crea la relazione con Junior</a:t>
            </a:r>
          </a:p>
          <a:p>
            <a:pPr>
              <a:spcAft>
                <a:spcPts val="100"/>
              </a:spcAft>
              <a:defRPr sz="1000">
                <a:solidFill>
                  <a:srgbClr val="7EC68E"/>
                </a:solidFill>
                <a:latin typeface="Consolas"/>
              </a:defRPr>
            </a:pPr>
            <a:r>
              <a:t>// poi: la trova e la aggiorna a Senior</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SET += unisce proprietà (merge safe):</a:t>
            </a:r>
          </a:p>
          <a:p>
            <a:pPr>
              <a:spcAft>
                <a:spcPts val="100"/>
              </a:spcAft>
              <a:defRPr sz="1000">
                <a:solidFill>
                  <a:srgbClr val="7EC68E"/>
                </a:solidFill>
                <a:latin typeface="Consolas"/>
              </a:defRPr>
            </a:pPr>
            <a:r>
              <a:t>MATCH (p:Person {employee_id: 8902})</a:t>
            </a:r>
          </a:p>
          <a:p>
            <a:pPr>
              <a:spcAft>
                <a:spcPts val="100"/>
              </a:spcAft>
              <a:defRPr sz="1000">
                <a:solidFill>
                  <a:srgbClr val="7EC68E"/>
                </a:solidFill>
                <a:latin typeface="Consolas"/>
              </a:defRPr>
            </a:pPr>
            <a:r>
              <a:t>SET p += {phone: "+39 333 1234567",</a:t>
            </a:r>
          </a:p>
          <a:p>
            <a:pPr>
              <a:spcAft>
                <a:spcPts val="100"/>
              </a:spcAft>
              <a:defRPr sz="1000">
                <a:solidFill>
                  <a:srgbClr val="7EC68E"/>
                </a:solidFill>
                <a:latin typeface="Consolas"/>
              </a:defRPr>
            </a:pPr>
            <a:r>
              <a:t>          email: "enrico@co.com"};</a:t>
            </a:r>
          </a:p>
        </p:txBody>
      </p:sp>
      <p:sp>
        <p:nvSpPr>
          <p:cNvPr id="6" name="TextBox 5"/>
          <p:cNvSpPr txBox="1"/>
          <p:nvPr/>
        </p:nvSpPr>
        <p:spPr>
          <a:xfrm>
            <a:off x="5669280" y="1463040"/>
            <a:ext cx="4846320" cy="3474720"/>
          </a:xfrm>
          <a:prstGeom prst="rect">
            <a:avLst/>
          </a:prstGeom>
          <a:noFill/>
        </p:spPr>
        <p:txBody>
          <a:bodyPr wrap="square">
            <a:spAutoFit/>
          </a:bodyPr>
          <a:lstStyle/>
          <a:p>
            <a:pPr algn="l">
              <a:spcAft>
                <a:spcPts val="300"/>
              </a:spcAft>
              <a:defRPr sz="1200">
                <a:solidFill>
                  <a:srgbClr val="FFFFFF"/>
                </a:solidFill>
                <a:latin typeface="Calibri"/>
              </a:defRPr>
            </a:pPr>
            <a:r>
              <a:t>•  ON CREATE SET → solo quando nasce (insert)</a:t>
            </a:r>
          </a:p>
          <a:p>
            <a:pPr algn="l">
              <a:spcAft>
                <a:spcPts val="300"/>
              </a:spcAft>
              <a:defRPr sz="1200">
                <a:solidFill>
                  <a:srgbClr val="FFFFFF"/>
                </a:solidFill>
                <a:latin typeface="Calibri"/>
              </a:defRPr>
            </a:pPr>
            <a:r>
              <a:t>•  ON MATCH SET → solo se esisteva già (update)</a:t>
            </a:r>
          </a:p>
          <a:p>
            <a:pPr algn="l">
              <a:spcAft>
                <a:spcPts val="300"/>
              </a:spcAft>
              <a:defRPr sz="1200">
                <a:solidFill>
                  <a:srgbClr val="FFFFFF"/>
                </a:solidFill>
                <a:latin typeface="Calibri"/>
              </a:defRPr>
            </a:pPr>
            <a:r>
              <a:t>•  SET += unisce le props date a quelle esistenti</a:t>
            </a:r>
          </a:p>
          <a:p>
            <a:pPr algn="l">
              <a:spcAft>
                <a:spcPts val="300"/>
              </a:spcAft>
              <a:defRPr sz="1200">
                <a:solidFill>
                  <a:srgbClr val="FFFFFF"/>
                </a:solidFill>
                <a:latin typeface="Calibri"/>
              </a:defRPr>
            </a:pPr>
            <a:r>
              <a:t>•  SET p.x = v sostituisce una singola proprietà</a:t>
            </a:r>
          </a:p>
          <a:p>
            <a:pPr algn="l">
              <a:spcAft>
                <a:spcPts val="300"/>
              </a:spcAft>
              <a:defRPr sz="1200">
                <a:solidFill>
                  <a:srgbClr val="FFFFFF"/>
                </a:solidFill>
                <a:latin typeface="Calibri"/>
              </a:defRPr>
            </a:pPr>
            <a:r>
              <a:t>•  MERGE su relazione: mai duplicati tra gli stessi due nodi</a:t>
            </a:r>
          </a:p>
          <a:p>
            <a:pPr algn="l">
              <a:spcAft>
                <a:spcPts val="300"/>
              </a:spcAft>
              <a:defRPr sz="1200">
                <a:solidFill>
                  <a:srgbClr val="FFFFFF"/>
                </a:solidFill>
                <a:latin typeface="Calibri"/>
              </a:defRPr>
            </a:pPr>
            <a:r>
              <a:t>•  Con pattern multi-elemento ON CREATE scatta</a:t>
            </a:r>
          </a:p>
          <a:p>
            <a:pPr algn="l">
              <a:spcAft>
                <a:spcPts val="300"/>
              </a:spcAft>
              <a:defRPr sz="1200">
                <a:solidFill>
                  <a:srgbClr val="FFFFFF"/>
                </a:solidFill>
                <a:latin typeface="Calibri"/>
              </a:defRPr>
            </a:pPr>
            <a:r>
              <a:t>  solo se l'INTERO pattern è nuovo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Filtri WHERE: Logica</a:t>
            </a:r>
          </a:p>
        </p:txBody>
      </p:sp>
      <p:sp>
        <p:nvSpPr>
          <p:cNvPr id="3" name="TextBox 2"/>
          <p:cNvSpPr txBox="1"/>
          <p:nvPr/>
        </p:nvSpPr>
        <p:spPr>
          <a:xfrm>
            <a:off x="731520" y="960120"/>
            <a:ext cx="10515600" cy="457200"/>
          </a:xfrm>
          <a:prstGeom prst="rect">
            <a:avLst/>
          </a:prstGeom>
          <a:noFill/>
        </p:spPr>
        <p:txBody>
          <a:bodyPr wrap="square">
            <a:spAutoFit/>
          </a:bodyPr>
          <a:lstStyle/>
          <a:p>
            <a:pPr algn="l">
              <a:defRPr sz="1400" b="0">
                <a:solidFill>
                  <a:srgbClr val="CCCCCC"/>
                </a:solidFill>
                <a:latin typeface="Calibri"/>
              </a:defRPr>
            </a:pPr>
            <a:r>
              <a:t>AND, OR, NOT compongono le condizioni. Attenzione alle parentesi: AND ha precedenza su OR.</a:t>
            </a:r>
          </a:p>
        </p:txBody>
      </p:sp>
      <p:sp>
        <p:nvSpPr>
          <p:cNvPr id="4" name="Rectangle 3"/>
          <p:cNvSpPr/>
          <p:nvPr/>
        </p:nvSpPr>
        <p:spPr>
          <a:xfrm>
            <a:off x="731520" y="1463040"/>
            <a:ext cx="5029200" cy="384048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536192"/>
            <a:ext cx="4809744" cy="3694176"/>
          </a:xfrm>
          <a:prstGeom prst="rect">
            <a:avLst/>
          </a:prstGeom>
          <a:noFill/>
        </p:spPr>
        <p:txBody>
          <a:bodyPr wrap="square">
            <a:spAutoFit/>
          </a:bodyPr>
          <a:lstStyle/>
          <a:p>
            <a:pPr>
              <a:spcAft>
                <a:spcPts val="100"/>
              </a:spcAft>
              <a:defRPr sz="1000">
                <a:solidFill>
                  <a:srgbClr val="7EC68E"/>
                </a:solidFill>
                <a:latin typeface="Consolas"/>
              </a:defRPr>
            </a:pPr>
            <a:r>
              <a:t>// AND ha precedenza su OR — usa le parentesi:</a:t>
            </a:r>
          </a:p>
          <a:p>
            <a:pPr>
              <a:spcAft>
                <a:spcPts val="100"/>
              </a:spcAft>
              <a:defRPr sz="1000">
                <a:solidFill>
                  <a:srgbClr val="7EC68E"/>
                </a:solidFill>
                <a:latin typeface="Consolas"/>
              </a:defRPr>
            </a:pPr>
            <a:r>
              <a:t>MATCH (p:Person)</a:t>
            </a:r>
          </a:p>
          <a:p>
            <a:pPr>
              <a:spcAft>
                <a:spcPts val="100"/>
              </a:spcAft>
              <a:defRPr sz="1000">
                <a:solidFill>
                  <a:srgbClr val="7EC68E"/>
                </a:solidFill>
                <a:latin typeface="Consolas"/>
              </a:defRPr>
            </a:pPr>
            <a:r>
              <a:t>WHERE (p.location = "ROMA"</a:t>
            </a:r>
          </a:p>
          <a:p>
            <a:pPr>
              <a:spcAft>
                <a:spcPts val="100"/>
              </a:spcAft>
              <a:defRPr sz="1000">
                <a:solidFill>
                  <a:srgbClr val="7EC68E"/>
                </a:solidFill>
                <a:latin typeface="Consolas"/>
              </a:defRPr>
            </a:pPr>
            <a:r>
              <a:t>    OR p.location = "MILANO")</a:t>
            </a:r>
          </a:p>
          <a:p>
            <a:pPr>
              <a:spcAft>
                <a:spcPts val="100"/>
              </a:spcAft>
              <a:defRPr sz="1000">
                <a:solidFill>
                  <a:srgbClr val="7EC68E"/>
                </a:solidFill>
                <a:latin typeface="Consolas"/>
              </a:defRPr>
            </a:pPr>
            <a:r>
              <a:t>  AND p.title CONTAINS "SENIOR"</a:t>
            </a:r>
          </a:p>
          <a:p>
            <a:pPr>
              <a:spcAft>
                <a:spcPts val="100"/>
              </a:spcAft>
              <a:defRPr sz="1000">
                <a:solidFill>
                  <a:srgbClr val="7EC68E"/>
                </a:solidFill>
                <a:latin typeface="Consolas"/>
              </a:defRPr>
            </a:pPr>
            <a:r>
              <a:t>RETURN p.name, p.location, p.title;</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Senza parentesi il significato cambia:</a:t>
            </a:r>
          </a:p>
          <a:p>
            <a:pPr>
              <a:spcAft>
                <a:spcPts val="100"/>
              </a:spcAft>
              <a:defRPr sz="1000">
                <a:solidFill>
                  <a:srgbClr val="7EC68E"/>
                </a:solidFill>
                <a:latin typeface="Consolas"/>
              </a:defRPr>
            </a:pPr>
            <a:r>
              <a:t>//   ROMA (qualsiasi title) + MILANO-SENIOR</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NOT + IN: esclude le sedi milanesi:</a:t>
            </a:r>
          </a:p>
          <a:p>
            <a:pPr>
              <a:spcAft>
                <a:spcPts val="100"/>
              </a:spcAft>
              <a:defRPr sz="1000">
                <a:solidFill>
                  <a:srgbClr val="7EC68E"/>
                </a:solidFill>
                <a:latin typeface="Consolas"/>
              </a:defRPr>
            </a:pPr>
            <a:r>
              <a:t>MATCH (p:Person)</a:t>
            </a:r>
          </a:p>
          <a:p>
            <a:pPr>
              <a:spcAft>
                <a:spcPts val="100"/>
              </a:spcAft>
              <a:defRPr sz="1000">
                <a:solidFill>
                  <a:srgbClr val="7EC68E"/>
                </a:solidFill>
                <a:latin typeface="Consolas"/>
              </a:defRPr>
            </a:pPr>
            <a:r>
              <a:t>WHERE NOT p.location IN ["ROMA", "MILANO"]</a:t>
            </a:r>
          </a:p>
          <a:p>
            <a:pPr>
              <a:spcAft>
                <a:spcPts val="100"/>
              </a:spcAft>
              <a:defRPr sz="1000">
                <a:solidFill>
                  <a:srgbClr val="7EC68E"/>
                </a:solidFill>
                <a:latin typeface="Consolas"/>
              </a:defRPr>
            </a:pPr>
            <a:r>
              <a:t>RETURN p.name;</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&lt;&gt; = "diverso da":  p.title &lt;&gt; "CONSULTANT"</a:t>
            </a:r>
          </a:p>
        </p:txBody>
      </p:sp>
      <p:sp>
        <p:nvSpPr>
          <p:cNvPr id="6" name="TextBox 5"/>
          <p:cNvSpPr txBox="1"/>
          <p:nvPr/>
        </p:nvSpPr>
        <p:spPr>
          <a:xfrm>
            <a:off x="5669280" y="1463040"/>
            <a:ext cx="4846320" cy="3657600"/>
          </a:xfrm>
          <a:prstGeom prst="rect">
            <a:avLst/>
          </a:prstGeom>
          <a:noFill/>
        </p:spPr>
        <p:txBody>
          <a:bodyPr wrap="square">
            <a:spAutoFit/>
          </a:bodyPr>
          <a:lstStyle/>
          <a:p>
            <a:pPr algn="l">
              <a:spcAft>
                <a:spcPts val="700"/>
              </a:spcAft>
              <a:defRPr sz="1300">
                <a:solidFill>
                  <a:srgbClr val="FFFFFF"/>
                </a:solidFill>
                <a:latin typeface="Calibri"/>
              </a:defRPr>
            </a:pPr>
            <a:r>
              <a:t>•  AND ha precedenza su OR: usa le parentesi</a:t>
            </a:r>
          </a:p>
          <a:p>
            <a:pPr algn="l">
              <a:spcAft>
                <a:spcPts val="700"/>
              </a:spcAft>
              <a:defRPr sz="1300">
                <a:solidFill>
                  <a:srgbClr val="FFFFFF"/>
                </a:solidFill>
                <a:latin typeface="Calibri"/>
              </a:defRPr>
            </a:pPr>
            <a:r>
              <a:t>•  IN lista: WHERE p.location IN [...]</a:t>
            </a:r>
          </a:p>
          <a:p>
            <a:pPr algn="l">
              <a:spcAft>
                <a:spcPts val="700"/>
              </a:spcAft>
              <a:defRPr sz="1300">
                <a:solidFill>
                  <a:srgbClr val="FFFFFF"/>
                </a:solidFill>
                <a:latin typeface="Calibri"/>
              </a:defRPr>
            </a:pPr>
            <a:r>
              <a:t>•  NOT inverte: NOT IN, NOT CONTAINS, ...</a:t>
            </a:r>
          </a:p>
          <a:p>
            <a:pPr algn="l">
              <a:spcAft>
                <a:spcPts val="700"/>
              </a:spcAft>
              <a:defRPr sz="1300">
                <a:solidFill>
                  <a:srgbClr val="FFFFFF"/>
                </a:solidFill>
                <a:latin typeface="Calibri"/>
              </a:defRPr>
            </a:pPr>
            <a:r>
              <a:t>•  &lt;&gt; significa 'diverso da'</a:t>
            </a:r>
          </a:p>
          <a:p>
            <a:pPr algn="l">
              <a:spcAft>
                <a:spcPts val="700"/>
              </a:spcAft>
              <a:defRPr sz="1300">
                <a:solidFill>
                  <a:srgbClr val="FFFFFF"/>
                </a:solidFill>
                <a:latin typeface="Calibri"/>
              </a:defRPr>
            </a:pPr>
            <a:r>
              <a:t>•  Le parentesi rendono il filtro leggibile</a:t>
            </a:r>
          </a:p>
          <a:p>
            <a:pPr algn="l">
              <a:spcAft>
                <a:spcPts val="700"/>
              </a:spcAft>
              <a:defRPr sz="1300">
                <a:solidFill>
                  <a:srgbClr val="FFFFFF"/>
                </a:solidFill>
                <a:latin typeface="Calibri"/>
              </a:defRPr>
            </a:pPr>
            <a:r>
              <a:t>•  Meglio più righe chiare che una riga compatta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Filtri WHERE: Testo e NULL</a:t>
            </a:r>
          </a:p>
        </p:txBody>
      </p:sp>
      <p:sp>
        <p:nvSpPr>
          <p:cNvPr id="3" name="TextBox 2"/>
          <p:cNvSpPr txBox="1"/>
          <p:nvPr/>
        </p:nvSpPr>
        <p:spPr>
          <a:xfrm>
            <a:off x="731520" y="960120"/>
            <a:ext cx="10515600" cy="457200"/>
          </a:xfrm>
          <a:prstGeom prst="rect">
            <a:avLst/>
          </a:prstGeom>
          <a:noFill/>
        </p:spPr>
        <p:txBody>
          <a:bodyPr wrap="square">
            <a:spAutoFit/>
          </a:bodyPr>
          <a:lstStyle/>
          <a:p>
            <a:pPr algn="l">
              <a:defRPr sz="1400" b="0">
                <a:solidFill>
                  <a:srgbClr val="CCCCCC"/>
                </a:solidFill>
                <a:latin typeface="Calibri"/>
              </a:defRPr>
            </a:pPr>
            <a:r>
              <a:t>Ricerca testuale e gestione dei valori mancanti sono operazioni di ogni giorno.</a:t>
            </a:r>
          </a:p>
        </p:txBody>
      </p:sp>
      <p:sp>
        <p:nvSpPr>
          <p:cNvPr id="4" name="Rectangle 3"/>
          <p:cNvSpPr/>
          <p:nvPr/>
        </p:nvSpPr>
        <p:spPr>
          <a:xfrm>
            <a:off x="731520" y="1463040"/>
            <a:ext cx="5029200" cy="384048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536192"/>
            <a:ext cx="4809744" cy="3694176"/>
          </a:xfrm>
          <a:prstGeom prst="rect">
            <a:avLst/>
          </a:prstGeom>
          <a:noFill/>
        </p:spPr>
        <p:txBody>
          <a:bodyPr wrap="square">
            <a:spAutoFit/>
          </a:bodyPr>
          <a:lstStyle/>
          <a:p>
            <a:pPr>
              <a:spcAft>
                <a:spcPts val="100"/>
              </a:spcAft>
              <a:defRPr sz="1000">
                <a:solidFill>
                  <a:srgbClr val="7EC68E"/>
                </a:solidFill>
                <a:latin typeface="Consolas"/>
              </a:defRPr>
            </a:pPr>
            <a:r>
              <a:t>// CONTAINS: sottostringa in qualsiasi posizione</a:t>
            </a:r>
          </a:p>
          <a:p>
            <a:pPr>
              <a:spcAft>
                <a:spcPts val="100"/>
              </a:spcAft>
              <a:defRPr sz="1000">
                <a:solidFill>
                  <a:srgbClr val="7EC68E"/>
                </a:solidFill>
                <a:latin typeface="Consolas"/>
              </a:defRPr>
            </a:pPr>
            <a:r>
              <a:t>MATCH (s:Skill)</a:t>
            </a:r>
          </a:p>
          <a:p>
            <a:pPr>
              <a:spcAft>
                <a:spcPts val="100"/>
              </a:spcAft>
              <a:defRPr sz="1000">
                <a:solidFill>
                  <a:srgbClr val="7EC68E"/>
                </a:solidFill>
                <a:latin typeface="Consolas"/>
              </a:defRPr>
            </a:pPr>
            <a:r>
              <a:t>WHERE s.name CONTAINS "Spark"</a:t>
            </a:r>
          </a:p>
          <a:p>
            <a:pPr>
              <a:spcAft>
                <a:spcPts val="100"/>
              </a:spcAft>
              <a:defRPr sz="1000">
                <a:solidFill>
                  <a:srgbClr val="7EC68E"/>
                </a:solidFill>
                <a:latin typeface="Consolas"/>
              </a:defRPr>
            </a:pPr>
            <a:r>
              <a:t>RETURN s.name;</a:t>
            </a:r>
          </a:p>
          <a:p>
            <a:pPr>
              <a:spcAft>
                <a:spcPts val="100"/>
              </a:spcAft>
              <a:defRPr sz="1000">
                <a:solidFill>
                  <a:srgbClr val="7EC68E"/>
                </a:solidFill>
                <a:latin typeface="Consolas"/>
              </a:defRPr>
            </a:pPr>
            <a:r>
              <a:t>// → "Apache Spark (PySpark)", "Apache Spark (Scala)", ...</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Prefisso / suffisso:</a:t>
            </a:r>
          </a:p>
          <a:p>
            <a:pPr>
              <a:spcAft>
                <a:spcPts val="100"/>
              </a:spcAft>
              <a:defRPr sz="1000">
                <a:solidFill>
                  <a:srgbClr val="7EC68E"/>
                </a:solidFill>
                <a:latin typeface="Consolas"/>
              </a:defRPr>
            </a:pPr>
            <a:r>
              <a:t>WHERE s.name STARTS WITH "DB"</a:t>
            </a:r>
          </a:p>
          <a:p>
            <a:pPr>
              <a:spcAft>
                <a:spcPts val="100"/>
              </a:spcAft>
              <a:defRPr sz="1000">
                <a:solidFill>
                  <a:srgbClr val="7EC68E"/>
                </a:solidFill>
                <a:latin typeface="Consolas"/>
              </a:defRPr>
            </a:pPr>
            <a:r>
              <a:t>WHERE s.name ENDS WITH "L"</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Valori mancanti:</a:t>
            </a:r>
          </a:p>
          <a:p>
            <a:pPr>
              <a:spcAft>
                <a:spcPts val="100"/>
              </a:spcAft>
              <a:defRPr sz="1000">
                <a:solidFill>
                  <a:srgbClr val="7EC68E"/>
                </a:solidFill>
                <a:latin typeface="Consolas"/>
              </a:defRPr>
            </a:pPr>
            <a:r>
              <a:t>MATCH (p:Person)</a:t>
            </a:r>
          </a:p>
          <a:p>
            <a:pPr>
              <a:spcAft>
                <a:spcPts val="100"/>
              </a:spcAft>
              <a:defRPr sz="1000">
                <a:solidFill>
                  <a:srgbClr val="7EC68E"/>
                </a:solidFill>
                <a:latin typeface="Consolas"/>
              </a:defRPr>
            </a:pPr>
            <a:r>
              <a:t>WHERE p.title IS NULL</a:t>
            </a:r>
          </a:p>
          <a:p>
            <a:pPr>
              <a:spcAft>
                <a:spcPts val="100"/>
              </a:spcAft>
              <a:defRPr sz="1000">
                <a:solidFill>
                  <a:srgbClr val="7EC68E"/>
                </a:solidFill>
                <a:latin typeface="Consolas"/>
              </a:defRPr>
            </a:pPr>
            <a:r>
              <a:t>RETURN p.name;</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Pattern predicate: filtra chi ha una relazione</a:t>
            </a:r>
          </a:p>
          <a:p>
            <a:pPr>
              <a:spcAft>
                <a:spcPts val="100"/>
              </a:spcAft>
              <a:defRPr sz="1000">
                <a:solidFill>
                  <a:srgbClr val="7EC68E"/>
                </a:solidFill>
                <a:latin typeface="Consolas"/>
              </a:defRPr>
            </a:pPr>
            <a:r>
              <a:t>WHERE (p)-[:HAS_SKILL]-&gt;(:Skill {name:"Python"})</a:t>
            </a:r>
          </a:p>
        </p:txBody>
      </p:sp>
      <p:sp>
        <p:nvSpPr>
          <p:cNvPr id="6" name="TextBox 5"/>
          <p:cNvSpPr txBox="1"/>
          <p:nvPr/>
        </p:nvSpPr>
        <p:spPr>
          <a:xfrm>
            <a:off x="5669280" y="1463040"/>
            <a:ext cx="4846320" cy="3657600"/>
          </a:xfrm>
          <a:prstGeom prst="rect">
            <a:avLst/>
          </a:prstGeom>
          <a:noFill/>
        </p:spPr>
        <p:txBody>
          <a:bodyPr wrap="square">
            <a:spAutoFit/>
          </a:bodyPr>
          <a:lstStyle/>
          <a:p>
            <a:pPr algn="l">
              <a:spcAft>
                <a:spcPts val="500"/>
              </a:spcAft>
              <a:defRPr sz="1200">
                <a:solidFill>
                  <a:srgbClr val="FFFFFF"/>
                </a:solidFill>
                <a:latin typeface="Calibri"/>
              </a:defRPr>
            </a:pPr>
            <a:r>
              <a:t>•  CONTAINS → sottostringa in qualsiasi posizione</a:t>
            </a:r>
          </a:p>
          <a:p>
            <a:pPr algn="l">
              <a:spcAft>
                <a:spcPts val="500"/>
              </a:spcAft>
              <a:defRPr sz="1200">
                <a:solidFill>
                  <a:srgbClr val="FFFFFF"/>
                </a:solidFill>
                <a:latin typeface="Calibri"/>
              </a:defRPr>
            </a:pPr>
            <a:r>
              <a:t>•  STARTS WITH / ENDS WITH → estremi della stringa</a:t>
            </a:r>
          </a:p>
          <a:p>
            <a:pPr algn="l">
              <a:spcAft>
                <a:spcPts val="500"/>
              </a:spcAft>
              <a:defRPr sz="1200">
                <a:solidFill>
                  <a:srgbClr val="FFFFFF"/>
                </a:solidFill>
                <a:latin typeface="Calibri"/>
              </a:defRPr>
            </a:pPr>
            <a:r>
              <a:t>•  IS NULL / IS NOT NULL → valori mancanti</a:t>
            </a:r>
          </a:p>
          <a:p>
            <a:pPr algn="l">
              <a:spcAft>
                <a:spcPts val="500"/>
              </a:spcAft>
              <a:defRPr sz="1200">
                <a:solidFill>
                  <a:srgbClr val="FFFFFF"/>
                </a:solidFill>
                <a:latin typeface="Calibri"/>
              </a:defRPr>
            </a:pPr>
            <a:r>
              <a:t>•  Pattern predicate: filtra i nodi con quella relazione</a:t>
            </a:r>
          </a:p>
          <a:p>
            <a:pPr algn="l">
              <a:spcAft>
                <a:spcPts val="500"/>
              </a:spcAft>
              <a:defRPr sz="1200">
                <a:solidFill>
                  <a:srgbClr val="FFFFFF"/>
                </a:solidFill>
                <a:latin typeface="Calibri"/>
              </a:defRPr>
            </a:pPr>
            <a:r>
              <a:t>•  Nota: TEXT index accelera STARTS WITH / CONTAINS</a:t>
            </a:r>
          </a:p>
          <a:p>
            <a:pPr algn="l">
              <a:spcAft>
                <a:spcPts val="500"/>
              </a:spcAft>
              <a:defRPr sz="1200">
                <a:solidFill>
                  <a:srgbClr val="FFFFFF"/>
                </a:solidFill>
                <a:latin typeface="Calibri"/>
              </a:defRPr>
            </a:pPr>
            <a:r>
              <a:t>•  STARTS WITH usa anche un normale RANGE index</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Aggregazioni</a:t>
            </a:r>
          </a:p>
        </p:txBody>
      </p:sp>
      <p:sp>
        <p:nvSpPr>
          <p:cNvPr id="3" name="TextBox 2"/>
          <p:cNvSpPr txBox="1"/>
          <p:nvPr/>
        </p:nvSpPr>
        <p:spPr>
          <a:xfrm>
            <a:off x="731520" y="960120"/>
            <a:ext cx="10515600" cy="457200"/>
          </a:xfrm>
          <a:prstGeom prst="rect">
            <a:avLst/>
          </a:prstGeom>
          <a:noFill/>
        </p:spPr>
        <p:txBody>
          <a:bodyPr wrap="square">
            <a:spAutoFit/>
          </a:bodyPr>
          <a:lstStyle/>
          <a:p>
            <a:pPr algn="l">
              <a:defRPr sz="1400" b="0">
                <a:solidFill>
                  <a:srgbClr val="CCCCCC"/>
                </a:solidFill>
                <a:latin typeface="Calibri"/>
              </a:defRPr>
            </a:pPr>
            <a:r>
              <a:t>COUNT, COLLECT, AVG, SUM, MIN, MAX. In Cypher NON serve GROUP BY esplicito.</a:t>
            </a:r>
          </a:p>
        </p:txBody>
      </p:sp>
      <p:sp>
        <p:nvSpPr>
          <p:cNvPr id="4" name="TextBox 3"/>
          <p:cNvSpPr txBox="1"/>
          <p:nvPr/>
        </p:nvSpPr>
        <p:spPr>
          <a:xfrm>
            <a:off x="731520" y="1463040"/>
            <a:ext cx="5029200" cy="2926080"/>
          </a:xfrm>
          <a:prstGeom prst="rect">
            <a:avLst/>
          </a:prstGeom>
          <a:noFill/>
        </p:spPr>
        <p:txBody>
          <a:bodyPr wrap="square">
            <a:spAutoFit/>
          </a:bodyPr>
          <a:lstStyle/>
          <a:p>
            <a:pPr algn="l">
              <a:spcAft>
                <a:spcPts val="300"/>
              </a:spcAft>
              <a:defRPr sz="1300">
                <a:solidFill>
                  <a:srgbClr val="FFFFFF"/>
                </a:solidFill>
                <a:latin typeface="Calibri"/>
              </a:defRPr>
            </a:pPr>
            <a:r>
              <a:t>•  NON serve GROUP BY: le colonne non aggregate</a:t>
            </a:r>
          </a:p>
          <a:p>
            <a:pPr algn="l">
              <a:spcAft>
                <a:spcPts val="300"/>
              </a:spcAft>
              <a:defRPr sz="1300">
                <a:solidFill>
                  <a:srgbClr val="FFFFFF"/>
                </a:solidFill>
                <a:latin typeface="Calibri"/>
              </a:defRPr>
            </a:pPr>
            <a:r>
              <a:t>  diventano automaticamente la CHIAVE di gruppo</a:t>
            </a:r>
          </a:p>
          <a:p>
            <a:pPr algn="l">
              <a:spcAft>
                <a:spcPts val="300"/>
              </a:spcAft>
              <a:defRPr sz="1300">
                <a:solidFill>
                  <a:srgbClr val="FFFFFF"/>
                </a:solidFill>
                <a:latin typeface="Calibri"/>
              </a:defRPr>
            </a:pPr>
            <a:r>
              <a:t>•  COUNT(*) → conta le righe</a:t>
            </a:r>
          </a:p>
          <a:p>
            <a:pPr algn="l">
              <a:spcAft>
                <a:spcPts val="300"/>
              </a:spcAft>
              <a:defRPr sz="1300">
                <a:solidFill>
                  <a:srgbClr val="FFFFFF"/>
                </a:solidFill>
                <a:latin typeface="Calibri"/>
              </a:defRPr>
            </a:pPr>
            <a:r>
              <a:t>•  COUNT(expr) → conta i valori non-NULL</a:t>
            </a:r>
          </a:p>
          <a:p>
            <a:pPr algn="l">
              <a:spcAft>
                <a:spcPts val="300"/>
              </a:spcAft>
              <a:defRPr sz="1300">
                <a:solidFill>
                  <a:srgbClr val="FFFFFF"/>
                </a:solidFill>
                <a:latin typeface="Calibri"/>
              </a:defRPr>
            </a:pPr>
            <a:r>
              <a:t>•  COLLECT(expr) → raccoglie in una lista</a:t>
            </a:r>
          </a:p>
          <a:p>
            <a:pPr algn="l">
              <a:spcAft>
                <a:spcPts val="300"/>
              </a:spcAft>
              <a:defRPr sz="1300">
                <a:solidFill>
                  <a:srgbClr val="FFFFFF"/>
                </a:solidFill>
                <a:latin typeface="Calibri"/>
              </a:defRPr>
            </a:pPr>
            <a:r>
              <a:t>•  AVG / SUM / MIN / MAX → statistiche numeriche</a:t>
            </a:r>
          </a:p>
          <a:p>
            <a:pPr algn="l">
              <a:spcAft>
                <a:spcPts val="300"/>
              </a:spcAft>
              <a:defRPr sz="1300">
                <a:solidFill>
                  <a:srgbClr val="FFFFFF"/>
                </a:solidFill>
                <a:latin typeface="Calibri"/>
              </a:defRPr>
            </a:pPr>
            <a:r>
              <a:t>•  DISTINCT: COUNT(DISTINCT x), COLLECT(DISTINCT x)</a:t>
            </a:r>
          </a:p>
        </p:txBody>
      </p:sp>
      <p:sp>
        <p:nvSpPr>
          <p:cNvPr id="5" name="Rectangle 4"/>
          <p:cNvSpPr/>
          <p:nvPr/>
        </p:nvSpPr>
        <p:spPr>
          <a:xfrm>
            <a:off x="5669280" y="1463040"/>
            <a:ext cx="4846320" cy="329184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779008" y="1536192"/>
            <a:ext cx="4626864" cy="3145536"/>
          </a:xfrm>
          <a:prstGeom prst="rect">
            <a:avLst/>
          </a:prstGeom>
          <a:noFill/>
        </p:spPr>
        <p:txBody>
          <a:bodyPr wrap="square">
            <a:spAutoFit/>
          </a:bodyPr>
          <a:lstStyle/>
          <a:p>
            <a:pPr>
              <a:spcAft>
                <a:spcPts val="100"/>
              </a:spcAft>
              <a:defRPr sz="1000">
                <a:solidFill>
                  <a:srgbClr val="7EC68E"/>
                </a:solidFill>
                <a:latin typeface="Consolas"/>
              </a:defRPr>
            </a:pPr>
            <a:r>
              <a:t>// SENZA aggregazione: una riga per coppia</a:t>
            </a:r>
          </a:p>
          <a:p>
            <a:pPr>
              <a:spcAft>
                <a:spcPts val="100"/>
              </a:spcAft>
              <a:defRPr sz="1000">
                <a:solidFill>
                  <a:srgbClr val="7EC68E"/>
                </a:solidFill>
                <a:latin typeface="Consolas"/>
              </a:defRPr>
            </a:pPr>
            <a:r>
              <a:t>MATCH (p:Person)-[:HAS_SKILL]-&gt;(s:Skill)</a:t>
            </a:r>
          </a:p>
          <a:p>
            <a:pPr>
              <a:spcAft>
                <a:spcPts val="100"/>
              </a:spcAft>
              <a:defRPr sz="1000">
                <a:solidFill>
                  <a:srgbClr val="7EC68E"/>
                </a:solidFill>
                <a:latin typeface="Consolas"/>
              </a:defRPr>
            </a:pPr>
            <a:r>
              <a:t>RETURN p.name, s.name;</a:t>
            </a:r>
          </a:p>
          <a:p>
            <a:pPr>
              <a:spcAft>
                <a:spcPts val="100"/>
              </a:spcAft>
              <a:defRPr sz="1000">
                <a:solidFill>
                  <a:srgbClr val="7EC68E"/>
                </a:solidFill>
                <a:latin typeface="Consolas"/>
              </a:defRPr>
            </a:pPr>
            <a:r>
              <a:t>// → ~6.200 righe (238 persone × ~26 skill)</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CON count(*): s.name diventa la CHIAVE di</a:t>
            </a:r>
          </a:p>
          <a:p>
            <a:pPr>
              <a:spcAft>
                <a:spcPts val="100"/>
              </a:spcAft>
              <a:defRPr sz="1000">
                <a:solidFill>
                  <a:srgbClr val="7EC68E"/>
                </a:solidFill>
                <a:latin typeface="Consolas"/>
              </a:defRPr>
            </a:pPr>
            <a:r>
              <a:t>// raggruppamento (implicito, senza GROUP BY):</a:t>
            </a:r>
          </a:p>
          <a:p>
            <a:pPr>
              <a:spcAft>
                <a:spcPts val="100"/>
              </a:spcAft>
              <a:defRPr sz="1000">
                <a:solidFill>
                  <a:srgbClr val="7EC68E"/>
                </a:solidFill>
                <a:latin typeface="Consolas"/>
              </a:defRPr>
            </a:pPr>
            <a:r>
              <a:t>MATCH (p:Person)-[:HAS_SKILL]-&gt;(s:Skill)</a:t>
            </a:r>
          </a:p>
          <a:p>
            <a:pPr>
              <a:spcAft>
                <a:spcPts val="100"/>
              </a:spcAft>
              <a:defRPr sz="1000">
                <a:solidFill>
                  <a:srgbClr val="7EC68E"/>
                </a:solidFill>
                <a:latin typeface="Consolas"/>
              </a:defRPr>
            </a:pPr>
            <a:r>
              <a:t>RETURN s.name AS skill, count(*) AS persone</a:t>
            </a:r>
          </a:p>
          <a:p>
            <a:pPr>
              <a:spcAft>
                <a:spcPts val="100"/>
              </a:spcAft>
              <a:defRPr sz="1000">
                <a:solidFill>
                  <a:srgbClr val="7EC68E"/>
                </a:solidFill>
                <a:latin typeface="Consolas"/>
              </a:defRPr>
            </a:pPr>
            <a:r>
              <a:t>ORDER BY persone DESC LIMIT 10;</a:t>
            </a:r>
          </a:p>
          <a:p>
            <a:pPr>
              <a:spcAft>
                <a:spcPts val="100"/>
              </a:spcAft>
              <a:defRPr sz="1000">
                <a:solidFill>
                  <a:srgbClr val="7EC68E"/>
                </a:solidFill>
                <a:latin typeface="Consolas"/>
              </a:defRPr>
            </a:pPr>
            <a:r>
              <a:t>// → 54 righe: una per skill, col conteggio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Aggregazioni: Dettagli Importanti</a:t>
            </a:r>
          </a:p>
        </p:txBody>
      </p:sp>
      <p:sp>
        <p:nvSpPr>
          <p:cNvPr id="3" name="TextBox 2"/>
          <p:cNvSpPr txBox="1"/>
          <p:nvPr/>
        </p:nvSpPr>
        <p:spPr>
          <a:xfrm>
            <a:off x="731520" y="960120"/>
            <a:ext cx="10515600" cy="365760"/>
          </a:xfrm>
          <a:prstGeom prst="rect">
            <a:avLst/>
          </a:prstGeom>
          <a:noFill/>
        </p:spPr>
        <p:txBody>
          <a:bodyPr wrap="square">
            <a:spAutoFit/>
          </a:bodyPr>
          <a:lstStyle/>
          <a:p>
            <a:pPr algn="l">
              <a:defRPr sz="1400" b="0">
                <a:solidFill>
                  <a:srgbClr val="CCCCCC"/>
                </a:solidFill>
                <a:latin typeface="Calibri"/>
              </a:defRPr>
            </a:pPr>
            <a:r>
              <a:t>Piccole differenze con grandi effetti sulla correttezza e sulla performance.</a:t>
            </a:r>
          </a:p>
        </p:txBody>
      </p:sp>
      <p:sp>
        <p:nvSpPr>
          <p:cNvPr id="4" name="TextBox 3"/>
          <p:cNvSpPr txBox="1"/>
          <p:nvPr/>
        </p:nvSpPr>
        <p:spPr>
          <a:xfrm>
            <a:off x="731520" y="1371600"/>
            <a:ext cx="5029200" cy="3840480"/>
          </a:xfrm>
          <a:prstGeom prst="rect">
            <a:avLst/>
          </a:prstGeom>
          <a:noFill/>
        </p:spPr>
        <p:txBody>
          <a:bodyPr wrap="square">
            <a:spAutoFit/>
          </a:bodyPr>
          <a:lstStyle/>
          <a:p>
            <a:pPr algn="l">
              <a:spcAft>
                <a:spcPts val="300"/>
              </a:spcAft>
              <a:defRPr sz="1200">
                <a:solidFill>
                  <a:srgbClr val="FFFFFF"/>
                </a:solidFill>
                <a:latin typeface="Calibri"/>
              </a:defRPr>
            </a:pPr>
            <a:r>
              <a:t>•  count(*) → conta le RIGHE</a:t>
            </a:r>
          </a:p>
          <a:p>
            <a:pPr algn="l">
              <a:spcAft>
                <a:spcPts val="300"/>
              </a:spcAft>
              <a:defRPr sz="1200">
                <a:solidFill>
                  <a:srgbClr val="FFFFFF"/>
                </a:solidFill>
                <a:latin typeface="Calibri"/>
              </a:defRPr>
            </a:pPr>
            <a:r>
              <a:t>•  count(expr) → conta i valori non-NULL</a:t>
            </a:r>
          </a:p>
          <a:p>
            <a:pPr algn="l">
              <a:spcAft>
                <a:spcPts val="300"/>
              </a:spcAft>
              <a:defRPr sz="1200">
                <a:solidFill>
                  <a:srgbClr val="FFFFFF"/>
                </a:solidFill>
                <a:latin typeface="Calibri"/>
              </a:defRPr>
            </a:pPr>
            <a:r>
              <a:t>•  count(DISTINCT x) → conta i valori unici</a:t>
            </a:r>
          </a:p>
          <a:p>
            <a:pPr algn="l">
              <a:spcAft>
                <a:spcPts val="300"/>
              </a:spcAft>
              <a:defRPr sz="1200">
                <a:solidFill>
                  <a:srgbClr val="FFFFFF"/>
                </a:solidFill>
                <a:latin typeface="Calibri"/>
              </a:defRPr>
            </a:pPr>
            <a:r>
              <a:t>•  collect(x) → lista di TUTTI i valori</a:t>
            </a:r>
          </a:p>
          <a:p>
            <a:pPr algn="l">
              <a:spcAft>
                <a:spcPts val="300"/>
              </a:spcAft>
              <a:defRPr sz="1200">
                <a:solidFill>
                  <a:srgbClr val="FFFFFF"/>
                </a:solidFill>
                <a:latin typeface="Calibri"/>
              </a:defRPr>
            </a:pPr>
            <a:r>
              <a:t>•  collect(DISTINCT x) → lista senza duplicati</a:t>
            </a:r>
          </a:p>
          <a:p>
            <a:pPr algn="l">
              <a:spcAft>
                <a:spcPts val="300"/>
              </a:spcAft>
              <a:defRPr sz="1200">
                <a:solidFill>
                  <a:srgbClr val="FFFFFF"/>
                </a:solidFill>
                <a:latin typeface="Calibri"/>
              </a:defRPr>
            </a:pPr>
            <a:r>
              <a:t>•  avg / sum / min / max → statistiche</a:t>
            </a:r>
          </a:p>
          <a:p>
            <a:pPr algn="l">
              <a:spcAft>
                <a:spcPts val="300"/>
              </a:spcAft>
              <a:defRPr sz="1200">
                <a:solidFill>
                  <a:srgbClr val="FFFFFF"/>
                </a:solidFill>
                <a:latin typeface="Calibri"/>
              </a:defRPr>
            </a:pPr>
            <a:r>
              <a:t>•  round(x, 1) → arrotonda a 1 decimale</a:t>
            </a:r>
          </a:p>
          <a:p>
            <a:pPr algn="l">
              <a:spcAft>
                <a:spcPts val="300"/>
              </a:spcAft>
              <a:defRPr sz="1200">
                <a:solidFill>
                  <a:srgbClr val="FFFFFF"/>
                </a:solidFill>
                <a:latin typeface="Calibri"/>
              </a:defRPr>
            </a:pPr>
            <a:r>
              <a:t>•  Preferisci count(x) a size(collect(x)):</a:t>
            </a:r>
          </a:p>
          <a:p>
            <a:pPr algn="l">
              <a:spcAft>
                <a:spcPts val="300"/>
              </a:spcAft>
              <a:defRPr sz="1200">
                <a:solidFill>
                  <a:srgbClr val="FFFFFF"/>
                </a:solidFill>
                <a:latin typeface="Calibri"/>
              </a:defRPr>
            </a:pPr>
            <a:r>
              <a:t>  count non costruisce la lista (più veloce)</a:t>
            </a:r>
          </a:p>
        </p:txBody>
      </p:sp>
      <p:sp>
        <p:nvSpPr>
          <p:cNvPr id="5" name="Rectangle 4"/>
          <p:cNvSpPr/>
          <p:nvPr/>
        </p:nvSpPr>
        <p:spPr>
          <a:xfrm>
            <a:off x="5669280" y="1417320"/>
            <a:ext cx="4846320" cy="34747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779008" y="1490472"/>
            <a:ext cx="4626864" cy="3328416"/>
          </a:xfrm>
          <a:prstGeom prst="rect">
            <a:avLst/>
          </a:prstGeom>
          <a:noFill/>
        </p:spPr>
        <p:txBody>
          <a:bodyPr wrap="square">
            <a:spAutoFit/>
          </a:bodyPr>
          <a:lstStyle/>
          <a:p>
            <a:pPr>
              <a:spcAft>
                <a:spcPts val="100"/>
              </a:spcAft>
              <a:defRPr sz="1000">
                <a:solidFill>
                  <a:srgbClr val="7EC68E"/>
                </a:solidFill>
                <a:latin typeface="Consolas"/>
              </a:defRPr>
            </a:pPr>
            <a:r>
              <a:t>// Progetti per persona (lista + conteggio):</a:t>
            </a:r>
          </a:p>
          <a:p>
            <a:pPr>
              <a:spcAft>
                <a:spcPts val="100"/>
              </a:spcAft>
              <a:defRPr sz="1000">
                <a:solidFill>
                  <a:srgbClr val="7EC68E"/>
                </a:solidFill>
                <a:latin typeface="Consolas"/>
              </a:defRPr>
            </a:pPr>
            <a:r>
              <a:t>MATCH (p:Person)-[:WORKED_ON]-&gt;(proj:Project)</a:t>
            </a:r>
          </a:p>
          <a:p>
            <a:pPr>
              <a:spcAft>
                <a:spcPts val="100"/>
              </a:spcAft>
              <a:defRPr sz="1000">
                <a:solidFill>
                  <a:srgbClr val="7EC68E"/>
                </a:solidFill>
                <a:latin typeface="Consolas"/>
              </a:defRPr>
            </a:pPr>
            <a:r>
              <a:t>RETURN p.name AS persona,</a:t>
            </a:r>
          </a:p>
          <a:p>
            <a:pPr>
              <a:spcAft>
                <a:spcPts val="100"/>
              </a:spcAft>
              <a:defRPr sz="1000">
                <a:solidFill>
                  <a:srgbClr val="7EC68E"/>
                </a:solidFill>
                <a:latin typeface="Consolas"/>
              </a:defRPr>
            </a:pPr>
            <a:r>
              <a:t>       collect(proj.name) AS progetti,</a:t>
            </a:r>
          </a:p>
          <a:p>
            <a:pPr>
              <a:spcAft>
                <a:spcPts val="100"/>
              </a:spcAft>
              <a:defRPr sz="1000">
                <a:solidFill>
                  <a:srgbClr val="7EC68E"/>
                </a:solidFill>
                <a:latin typeface="Consolas"/>
              </a:defRPr>
            </a:pPr>
            <a:r>
              <a:t>       count(proj) AS num</a:t>
            </a:r>
          </a:p>
          <a:p>
            <a:pPr>
              <a:spcAft>
                <a:spcPts val="100"/>
              </a:spcAft>
              <a:defRPr sz="1000">
                <a:solidFill>
                  <a:srgbClr val="7EC68E"/>
                </a:solidFill>
                <a:latin typeface="Consolas"/>
              </a:defRPr>
            </a:pPr>
            <a:r>
              <a:t>ORDER BY num DESC LIMIT 10;</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OUTPUT: Enrico Bianchi | [Piattaforma Saturno,</a:t>
            </a:r>
          </a:p>
          <a:p>
            <a:pPr>
              <a:spcAft>
                <a:spcPts val="100"/>
              </a:spcAft>
              <a:defRPr sz="1000">
                <a:solidFill>
                  <a:srgbClr val="7EC68E"/>
                </a:solidFill>
                <a:latin typeface="Consolas"/>
              </a:defRPr>
            </a:pPr>
            <a:r>
              <a:t>//                   Iniziativa Lupo] | 2</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count vs count(DISTINCT) — stesso MATCH:</a:t>
            </a:r>
          </a:p>
          <a:p>
            <a:pPr>
              <a:spcAft>
                <a:spcPts val="100"/>
              </a:spcAft>
              <a:defRPr sz="1000">
                <a:solidFill>
                  <a:srgbClr val="7EC68E"/>
                </a:solidFill>
                <a:latin typeface="Consolas"/>
              </a:defRPr>
            </a:pPr>
            <a:r>
              <a:t>RETURN count(proj.name) AS con_dup,</a:t>
            </a:r>
          </a:p>
          <a:p>
            <a:pPr>
              <a:spcAft>
                <a:spcPts val="100"/>
              </a:spcAft>
              <a:defRPr sz="1000">
                <a:solidFill>
                  <a:srgbClr val="7EC68E"/>
                </a:solidFill>
                <a:latin typeface="Consolas"/>
              </a:defRPr>
            </a:pPr>
            <a:r>
              <a:t>       count(DISTINCT proj.name) AS senza_dup;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Ordinamento e Paginazione</a:t>
            </a:r>
          </a:p>
        </p:txBody>
      </p:sp>
      <p:sp>
        <p:nvSpPr>
          <p:cNvPr id="3" name="TextBox 2"/>
          <p:cNvSpPr txBox="1"/>
          <p:nvPr/>
        </p:nvSpPr>
        <p:spPr>
          <a:xfrm>
            <a:off x="731520" y="960120"/>
            <a:ext cx="10515600" cy="457200"/>
          </a:xfrm>
          <a:prstGeom prst="rect">
            <a:avLst/>
          </a:prstGeom>
          <a:noFill/>
        </p:spPr>
        <p:txBody>
          <a:bodyPr wrap="square">
            <a:spAutoFit/>
          </a:bodyPr>
          <a:lstStyle/>
          <a:p>
            <a:pPr algn="l">
              <a:defRPr sz="1400" b="0">
                <a:solidFill>
                  <a:srgbClr val="CCCCCC"/>
                </a:solidFill>
                <a:latin typeface="Calibri"/>
              </a:defRPr>
            </a:pPr>
            <a:r>
              <a:t>ORDER BY ordina, SKIP e LIMIT ritagliano una pagina di risultati.</a:t>
            </a:r>
          </a:p>
        </p:txBody>
      </p:sp>
      <p:sp>
        <p:nvSpPr>
          <p:cNvPr id="4" name="Rectangle 3"/>
          <p:cNvSpPr/>
          <p:nvPr/>
        </p:nvSpPr>
        <p:spPr>
          <a:xfrm>
            <a:off x="731520" y="1463040"/>
            <a:ext cx="5029200" cy="365760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536192"/>
            <a:ext cx="4809744" cy="3511296"/>
          </a:xfrm>
          <a:prstGeom prst="rect">
            <a:avLst/>
          </a:prstGeom>
          <a:noFill/>
        </p:spPr>
        <p:txBody>
          <a:bodyPr wrap="square">
            <a:spAutoFit/>
          </a:bodyPr>
          <a:lstStyle/>
          <a:p>
            <a:pPr>
              <a:spcAft>
                <a:spcPts val="100"/>
              </a:spcAft>
              <a:defRPr sz="1000">
                <a:solidFill>
                  <a:srgbClr val="7EC68E"/>
                </a:solidFill>
                <a:latin typeface="Consolas"/>
              </a:defRPr>
            </a:pPr>
            <a:r>
              <a:t>// Top 5 skill più comuni:</a:t>
            </a:r>
          </a:p>
          <a:p>
            <a:pPr>
              <a:spcAft>
                <a:spcPts val="100"/>
              </a:spcAft>
              <a:defRPr sz="1000">
                <a:solidFill>
                  <a:srgbClr val="7EC68E"/>
                </a:solidFill>
                <a:latin typeface="Consolas"/>
              </a:defRPr>
            </a:pPr>
            <a:r>
              <a:t>MATCH (p:Person)-[:HAS_SKILL]-&gt;(s:Skill)</a:t>
            </a:r>
          </a:p>
          <a:p>
            <a:pPr>
              <a:spcAft>
                <a:spcPts val="100"/>
              </a:spcAft>
              <a:defRPr sz="1000">
                <a:solidFill>
                  <a:srgbClr val="7EC68E"/>
                </a:solidFill>
                <a:latin typeface="Consolas"/>
              </a:defRPr>
            </a:pPr>
            <a:r>
              <a:t>RETURN s.name, count(*) AS cnt</a:t>
            </a:r>
          </a:p>
          <a:p>
            <a:pPr>
              <a:spcAft>
                <a:spcPts val="100"/>
              </a:spcAft>
              <a:defRPr sz="1000">
                <a:solidFill>
                  <a:srgbClr val="7EC68E"/>
                </a:solidFill>
                <a:latin typeface="Consolas"/>
              </a:defRPr>
            </a:pPr>
            <a:r>
              <a:t>ORDER BY cnt DESC LIMIT 5;</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Ordinamento multiplo:</a:t>
            </a:r>
          </a:p>
          <a:p>
            <a:pPr>
              <a:spcAft>
                <a:spcPts val="100"/>
              </a:spcAft>
              <a:defRPr sz="1000">
                <a:solidFill>
                  <a:srgbClr val="7EC68E"/>
                </a:solidFill>
                <a:latin typeface="Consolas"/>
              </a:defRPr>
            </a:pPr>
            <a:r>
              <a:t>MATCH (p:Person)</a:t>
            </a:r>
          </a:p>
          <a:p>
            <a:pPr>
              <a:spcAft>
                <a:spcPts val="100"/>
              </a:spcAft>
              <a:defRPr sz="1000">
                <a:solidFill>
                  <a:srgbClr val="7EC68E"/>
                </a:solidFill>
                <a:latin typeface="Consolas"/>
              </a:defRPr>
            </a:pPr>
            <a:r>
              <a:t>RETURN p.name, p.title</a:t>
            </a:r>
          </a:p>
          <a:p>
            <a:pPr>
              <a:spcAft>
                <a:spcPts val="100"/>
              </a:spcAft>
              <a:defRPr sz="1000">
                <a:solidFill>
                  <a:srgbClr val="7EC68E"/>
                </a:solidFill>
                <a:latin typeface="Consolas"/>
              </a:defRPr>
            </a:pPr>
            <a:r>
              <a:t>ORDER BY p.title DESC, p.name ASC;</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Paginazione — pagina 3 di 10 risultati:</a:t>
            </a:r>
          </a:p>
          <a:p>
            <a:pPr>
              <a:spcAft>
                <a:spcPts val="100"/>
              </a:spcAft>
              <a:defRPr sz="1000">
                <a:solidFill>
                  <a:srgbClr val="7EC68E"/>
                </a:solidFill>
                <a:latin typeface="Consolas"/>
              </a:defRPr>
            </a:pPr>
            <a:r>
              <a:t>MATCH (p:Person)</a:t>
            </a:r>
          </a:p>
          <a:p>
            <a:pPr>
              <a:spcAft>
                <a:spcPts val="100"/>
              </a:spcAft>
              <a:defRPr sz="1000">
                <a:solidFill>
                  <a:srgbClr val="7EC68E"/>
                </a:solidFill>
                <a:latin typeface="Consolas"/>
              </a:defRPr>
            </a:pPr>
            <a:r>
              <a:t>RETURN p.name, p.location</a:t>
            </a:r>
          </a:p>
          <a:p>
            <a:pPr>
              <a:spcAft>
                <a:spcPts val="100"/>
              </a:spcAft>
              <a:defRPr sz="1000">
                <a:solidFill>
                  <a:srgbClr val="7EC68E"/>
                </a:solidFill>
                <a:latin typeface="Consolas"/>
              </a:defRPr>
            </a:pPr>
            <a:r>
              <a:t>ORDER BY p.name</a:t>
            </a:r>
          </a:p>
          <a:p>
            <a:pPr>
              <a:spcAft>
                <a:spcPts val="100"/>
              </a:spcAft>
              <a:defRPr sz="1000">
                <a:solidFill>
                  <a:srgbClr val="7EC68E"/>
                </a:solidFill>
                <a:latin typeface="Consolas"/>
              </a:defRPr>
            </a:pPr>
            <a:r>
              <a:t>SKIP 20 LIMIT 10;</a:t>
            </a:r>
          </a:p>
          <a:p>
            <a:pPr>
              <a:spcAft>
                <a:spcPts val="100"/>
              </a:spcAft>
              <a:defRPr sz="1000">
                <a:solidFill>
                  <a:srgbClr val="7EC68E"/>
                </a:solidFill>
                <a:latin typeface="Consolas"/>
              </a:defRPr>
            </a:pPr>
            <a:r>
              <a:t>// SKIP (pagina-1)*n = (3-1)*10 = 20</a:t>
            </a:r>
          </a:p>
        </p:txBody>
      </p:sp>
      <p:sp>
        <p:nvSpPr>
          <p:cNvPr id="6" name="TextBox 5"/>
          <p:cNvSpPr txBox="1"/>
          <p:nvPr/>
        </p:nvSpPr>
        <p:spPr>
          <a:xfrm>
            <a:off x="5669280" y="1463040"/>
            <a:ext cx="4846320" cy="3657600"/>
          </a:xfrm>
          <a:prstGeom prst="rect">
            <a:avLst/>
          </a:prstGeom>
          <a:noFill/>
        </p:spPr>
        <p:txBody>
          <a:bodyPr wrap="square">
            <a:spAutoFit/>
          </a:bodyPr>
          <a:lstStyle/>
          <a:p>
            <a:pPr algn="l">
              <a:spcAft>
                <a:spcPts val="500"/>
              </a:spcAft>
              <a:defRPr sz="1200">
                <a:solidFill>
                  <a:srgbClr val="FFFFFF"/>
                </a:solidFill>
                <a:latin typeface="Calibri"/>
              </a:defRPr>
            </a:pPr>
            <a:r>
              <a:t>•  ORDER BY ... ASC (default) / DESC</a:t>
            </a:r>
          </a:p>
          <a:p>
            <a:pPr algn="l">
              <a:spcAft>
                <a:spcPts val="500"/>
              </a:spcAft>
              <a:defRPr sz="1200">
                <a:solidFill>
                  <a:srgbClr val="FFFFFF"/>
                </a:solidFill>
                <a:latin typeface="Calibri"/>
              </a:defRPr>
            </a:pPr>
            <a:r>
              <a:t>•  Multiplo: ORDER BY col1 DESC, col2 ASC</a:t>
            </a:r>
          </a:p>
          <a:p>
            <a:pPr algn="l">
              <a:spcAft>
                <a:spcPts val="500"/>
              </a:spcAft>
              <a:defRPr sz="1200">
                <a:solidFill>
                  <a:srgbClr val="FFFFFF"/>
                </a:solidFill>
                <a:latin typeface="Calibri"/>
              </a:defRPr>
            </a:pPr>
            <a:r>
              <a:t>•  SKIP salta righe, LIMIT ne prende N</a:t>
            </a:r>
          </a:p>
          <a:p>
            <a:pPr algn="l">
              <a:spcAft>
                <a:spcPts val="500"/>
              </a:spcAft>
              <a:defRPr sz="1200">
                <a:solidFill>
                  <a:srgbClr val="FFFFFF"/>
                </a:solidFill>
                <a:latin typeface="Calibri"/>
              </a:defRPr>
            </a:pPr>
            <a:r>
              <a:t>•  Paginazione: SKIP (pagina-1)*n  LIMIT n</a:t>
            </a:r>
          </a:p>
          <a:p>
            <a:pPr algn="l">
              <a:spcAft>
                <a:spcPts val="500"/>
              </a:spcAft>
              <a:defRPr sz="1200">
                <a:solidFill>
                  <a:srgbClr val="FFFFFF"/>
                </a:solidFill>
                <a:latin typeface="Calibri"/>
              </a:defRPr>
            </a:pPr>
            <a:r>
              <a:t>•  SKIP senza ORDER BY = ordine imprevedibile</a:t>
            </a:r>
          </a:p>
          <a:p>
            <a:pPr algn="l">
              <a:spcAft>
                <a:spcPts val="500"/>
              </a:spcAft>
              <a:defRPr sz="1200">
                <a:solidFill>
                  <a:srgbClr val="FFFFFF"/>
                </a:solidFill>
                <a:latin typeface="Calibri"/>
              </a:defRPr>
            </a:pPr>
            <a:r>
              <a:t>•  LIMIT ferma l'esecuzione: query più veloce</a:t>
            </a:r>
          </a:p>
          <a:p>
            <a:pPr algn="l">
              <a:spcAft>
                <a:spcPts val="500"/>
              </a:spcAft>
              <a:defRPr sz="1200">
                <a:solidFill>
                  <a:srgbClr val="FFFFFF"/>
                </a:solidFill>
                <a:latin typeface="Calibri"/>
              </a:defRPr>
            </a:pPr>
            <a:r>
              <a:t>•  ORDER BY usa gli alias del RETURN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UNION e UNION ALL</a:t>
            </a:r>
          </a:p>
        </p:txBody>
      </p:sp>
      <p:sp>
        <p:nvSpPr>
          <p:cNvPr id="3" name="TextBox 2"/>
          <p:cNvSpPr txBox="1"/>
          <p:nvPr/>
        </p:nvSpPr>
        <p:spPr>
          <a:xfrm>
            <a:off x="731520" y="960120"/>
            <a:ext cx="10515600" cy="457200"/>
          </a:xfrm>
          <a:prstGeom prst="rect">
            <a:avLst/>
          </a:prstGeom>
          <a:noFill/>
        </p:spPr>
        <p:txBody>
          <a:bodyPr wrap="square">
            <a:spAutoFit/>
          </a:bodyPr>
          <a:lstStyle/>
          <a:p>
            <a:pPr algn="l">
              <a:defRPr sz="1400" b="0">
                <a:solidFill>
                  <a:srgbClr val="CCCCCC"/>
                </a:solidFill>
                <a:latin typeface="Calibri"/>
              </a:defRPr>
            </a:pPr>
            <a:r>
              <a:t>Combinano i risultati di più query. UNION rimuove i duplicati, UNION ALL li mantiene.</a:t>
            </a:r>
          </a:p>
        </p:txBody>
      </p:sp>
      <p:sp>
        <p:nvSpPr>
          <p:cNvPr id="4" name="Rectangle 3"/>
          <p:cNvSpPr/>
          <p:nvPr/>
        </p:nvSpPr>
        <p:spPr>
          <a:xfrm>
            <a:off x="731520" y="1463040"/>
            <a:ext cx="5029200" cy="34747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536192"/>
            <a:ext cx="4809744" cy="3328416"/>
          </a:xfrm>
          <a:prstGeom prst="rect">
            <a:avLst/>
          </a:prstGeom>
          <a:noFill/>
        </p:spPr>
        <p:txBody>
          <a:bodyPr wrap="square">
            <a:spAutoFit/>
          </a:bodyPr>
          <a:lstStyle/>
          <a:p>
            <a:pPr>
              <a:spcAft>
                <a:spcPts val="100"/>
              </a:spcAft>
              <a:defRPr sz="1000">
                <a:solidFill>
                  <a:srgbClr val="7EC68E"/>
                </a:solidFill>
                <a:latin typeface="Consolas"/>
              </a:defRPr>
            </a:pPr>
            <a:r>
              <a:t>// Skill e progetti in un'unica lista:</a:t>
            </a:r>
          </a:p>
          <a:p>
            <a:pPr>
              <a:spcAft>
                <a:spcPts val="100"/>
              </a:spcAft>
              <a:defRPr sz="1000">
                <a:solidFill>
                  <a:srgbClr val="7EC68E"/>
                </a:solidFill>
                <a:latin typeface="Consolas"/>
              </a:defRPr>
            </a:pPr>
            <a:r>
              <a:t>MATCH (s:Skill)</a:t>
            </a:r>
          </a:p>
          <a:p>
            <a:pPr>
              <a:spcAft>
                <a:spcPts val="100"/>
              </a:spcAft>
              <a:defRPr sz="1000">
                <a:solidFill>
                  <a:srgbClr val="7EC68E"/>
                </a:solidFill>
                <a:latin typeface="Consolas"/>
              </a:defRPr>
            </a:pPr>
            <a:r>
              <a:t>RETURN s.name AS nome, "Skill" AS tipo</a:t>
            </a:r>
          </a:p>
          <a:p>
            <a:pPr>
              <a:spcAft>
                <a:spcPts val="100"/>
              </a:spcAft>
              <a:defRPr sz="1000">
                <a:solidFill>
                  <a:srgbClr val="7EC68E"/>
                </a:solidFill>
                <a:latin typeface="Consolas"/>
              </a:defRPr>
            </a:pPr>
            <a:r>
              <a:t>UNION</a:t>
            </a:r>
          </a:p>
          <a:p>
            <a:pPr>
              <a:spcAft>
                <a:spcPts val="100"/>
              </a:spcAft>
              <a:defRPr sz="1000">
                <a:solidFill>
                  <a:srgbClr val="7EC68E"/>
                </a:solidFill>
                <a:latin typeface="Consolas"/>
              </a:defRPr>
            </a:pPr>
            <a:r>
              <a:t>MATCH (p:Project)</a:t>
            </a:r>
          </a:p>
          <a:p>
            <a:pPr>
              <a:spcAft>
                <a:spcPts val="100"/>
              </a:spcAft>
              <a:defRPr sz="1000">
                <a:solidFill>
                  <a:srgbClr val="7EC68E"/>
                </a:solidFill>
                <a:latin typeface="Consolas"/>
              </a:defRPr>
            </a:pPr>
            <a:r>
              <a:t>RETURN p.name AS nome, "Progetto" AS tipo</a:t>
            </a:r>
          </a:p>
          <a:p>
            <a:pPr>
              <a:spcAft>
                <a:spcPts val="100"/>
              </a:spcAft>
              <a:defRPr sz="1000">
                <a:solidFill>
                  <a:srgbClr val="7EC68E"/>
                </a:solidFill>
                <a:latin typeface="Consolas"/>
              </a:defRPr>
            </a:pPr>
            <a:r>
              <a:t>ORDER BY nome;</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UNION     → elimina i duplicati</a:t>
            </a:r>
          </a:p>
          <a:p>
            <a:pPr>
              <a:spcAft>
                <a:spcPts val="100"/>
              </a:spcAft>
              <a:defRPr sz="1000">
                <a:solidFill>
                  <a:srgbClr val="7EC68E"/>
                </a:solidFill>
                <a:latin typeface="Consolas"/>
              </a:defRPr>
            </a:pPr>
            <a:r>
              <a:t>// UNION ALL → li mantiene (più veloce)</a:t>
            </a:r>
          </a:p>
          <a:p>
            <a:pPr>
              <a:spcAft>
                <a:spcPts val="100"/>
              </a:spcAft>
              <a:defRPr sz="1000">
                <a:solidFill>
                  <a:srgbClr val="7EC68E"/>
                </a:solidFill>
                <a:latin typeface="Consolas"/>
              </a:defRPr>
            </a:pPr>
            <a:r>
              <a:t>// ORDER BY a fine query: vale sul totale</a:t>
            </a:r>
          </a:p>
        </p:txBody>
      </p:sp>
      <p:sp>
        <p:nvSpPr>
          <p:cNvPr id="6" name="TextBox 5"/>
          <p:cNvSpPr txBox="1"/>
          <p:nvPr/>
        </p:nvSpPr>
        <p:spPr>
          <a:xfrm>
            <a:off x="5669280" y="1463040"/>
            <a:ext cx="4846320" cy="3474720"/>
          </a:xfrm>
          <a:prstGeom prst="rect">
            <a:avLst/>
          </a:prstGeom>
          <a:noFill/>
        </p:spPr>
        <p:txBody>
          <a:bodyPr wrap="square">
            <a:spAutoFit/>
          </a:bodyPr>
          <a:lstStyle/>
          <a:p>
            <a:pPr algn="l">
              <a:spcAft>
                <a:spcPts val="500"/>
              </a:spcAft>
              <a:defRPr sz="1300">
                <a:solidFill>
                  <a:srgbClr val="FFFFFF"/>
                </a:solidFill>
                <a:latin typeface="Calibri"/>
              </a:defRPr>
            </a:pPr>
            <a:r>
              <a:t>•  Ogni ramo: STESSE colonne (nomi e ordine)</a:t>
            </a:r>
          </a:p>
          <a:p>
            <a:pPr algn="l">
              <a:spcAft>
                <a:spcPts val="500"/>
              </a:spcAft>
              <a:defRPr sz="1300">
                <a:solidFill>
                  <a:srgbClr val="FFFFFF"/>
                </a:solidFill>
                <a:latin typeface="Calibri"/>
              </a:defRPr>
            </a:pPr>
            <a:r>
              <a:t>•  UNION = dedup (più lento)</a:t>
            </a:r>
          </a:p>
          <a:p>
            <a:pPr algn="l">
              <a:spcAft>
                <a:spcPts val="500"/>
              </a:spcAft>
              <a:defRPr sz="1300">
                <a:solidFill>
                  <a:srgbClr val="FFFFFF"/>
                </a:solidFill>
                <a:latin typeface="Calibri"/>
              </a:defRPr>
            </a:pPr>
            <a:r>
              <a:t>•  UNION ALL = tutto (più veloce)</a:t>
            </a:r>
          </a:p>
          <a:p>
            <a:pPr algn="l">
              <a:spcAft>
                <a:spcPts val="500"/>
              </a:spcAft>
              <a:defRPr sz="1300">
                <a:solidFill>
                  <a:srgbClr val="FFFFFF"/>
                </a:solidFill>
                <a:latin typeface="Calibri"/>
              </a:defRPr>
            </a:pPr>
            <a:r>
              <a:t>•  Preferisci UNION ALL se non ci sono doppioni</a:t>
            </a:r>
          </a:p>
          <a:p>
            <a:pPr algn="l">
              <a:spcAft>
                <a:spcPts val="500"/>
              </a:spcAft>
              <a:defRPr sz="1300">
                <a:solidFill>
                  <a:srgbClr val="FFFFFF"/>
                </a:solidFill>
                <a:latin typeface="Calibri"/>
              </a:defRPr>
            </a:pPr>
            <a:r>
              <a:t>•  Un solo ORDER BY / LIMIT, alla fine</a:t>
            </a:r>
          </a:p>
          <a:p>
            <a:pPr algn="l">
              <a:spcAft>
                <a:spcPts val="500"/>
              </a:spcAft>
              <a:defRPr sz="1300">
                <a:solidFill>
                  <a:srgbClr val="FFFFFF"/>
                </a:solidFill>
                <a:latin typeface="Calibri"/>
              </a:defRPr>
            </a:pPr>
            <a:r>
              <a:t>•  Per aggregare i rami serve CALL { }</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Subquery con CALL { ... }</a:t>
            </a:r>
          </a:p>
        </p:txBody>
      </p:sp>
      <p:sp>
        <p:nvSpPr>
          <p:cNvPr id="3" name="TextBox 2"/>
          <p:cNvSpPr txBox="1"/>
          <p:nvPr/>
        </p:nvSpPr>
        <p:spPr>
          <a:xfrm>
            <a:off x="731520" y="960120"/>
            <a:ext cx="10515600" cy="457200"/>
          </a:xfrm>
          <a:prstGeom prst="rect">
            <a:avLst/>
          </a:prstGeom>
          <a:noFill/>
        </p:spPr>
        <p:txBody>
          <a:bodyPr wrap="square">
            <a:spAutoFit/>
          </a:bodyPr>
          <a:lstStyle/>
          <a:p>
            <a:pPr algn="l">
              <a:defRPr sz="1400" b="0">
                <a:solidFill>
                  <a:srgbClr val="CCCCCC"/>
                </a:solidFill>
                <a:latin typeface="Calibri"/>
              </a:defRPr>
            </a:pPr>
            <a:r>
              <a:t>Eseguono una query nel contesto di un'altra. Permettono UNION con post-processing e conteggi multipli.</a:t>
            </a:r>
          </a:p>
        </p:txBody>
      </p:sp>
      <p:sp>
        <p:nvSpPr>
          <p:cNvPr id="4" name="TextBox 3"/>
          <p:cNvSpPr txBox="1"/>
          <p:nvPr/>
        </p:nvSpPr>
        <p:spPr>
          <a:xfrm>
            <a:off x="731520" y="1463040"/>
            <a:ext cx="5029200" cy="3108960"/>
          </a:xfrm>
          <a:prstGeom prst="rect">
            <a:avLst/>
          </a:prstGeom>
          <a:noFill/>
        </p:spPr>
        <p:txBody>
          <a:bodyPr wrap="square">
            <a:spAutoFit/>
          </a:bodyPr>
          <a:lstStyle/>
          <a:p>
            <a:pPr algn="l">
              <a:spcAft>
                <a:spcPts val="500"/>
              </a:spcAft>
              <a:defRPr sz="1300">
                <a:solidFill>
                  <a:srgbClr val="FFFFFF"/>
                </a:solidFill>
                <a:latin typeface="Calibri"/>
              </a:defRPr>
            </a:pPr>
            <a:r>
              <a:t>•  CALL { ... } annida una query nella corrente</a:t>
            </a:r>
          </a:p>
          <a:p>
            <a:pPr algn="l">
              <a:spcAft>
                <a:spcPts val="500"/>
              </a:spcAft>
              <a:defRPr sz="1300">
                <a:solidFill>
                  <a:srgbClr val="FFFFFF"/>
                </a:solidFill>
                <a:latin typeface="Calibri"/>
              </a:defRPr>
            </a:pPr>
            <a:r>
              <a:t>•  Ogni riga esterna 'chiama' la subquery</a:t>
            </a:r>
          </a:p>
          <a:p>
            <a:pPr algn="l">
              <a:spcAft>
                <a:spcPts val="500"/>
              </a:spcAft>
              <a:defRPr sz="1300">
                <a:solidFill>
                  <a:srgbClr val="FFFFFF"/>
                </a:solidFill>
                <a:latin typeface="Calibri"/>
              </a:defRPr>
            </a:pPr>
            <a:r>
              <a:t>•  Subquery correlate: usano variabili esterne</a:t>
            </a:r>
          </a:p>
          <a:p>
            <a:pPr algn="l">
              <a:spcAft>
                <a:spcPts val="500"/>
              </a:spcAft>
              <a:defRPr sz="1300">
                <a:solidFill>
                  <a:srgbClr val="FFFFFF"/>
                </a:solidFill>
                <a:latin typeface="Calibri"/>
              </a:defRPr>
            </a:pPr>
            <a:r>
              <a:t>•  5.23+: import esplicito con CALL (p) { ... }</a:t>
            </a:r>
          </a:p>
          <a:p>
            <a:pPr algn="l">
              <a:spcAft>
                <a:spcPts val="500"/>
              </a:spcAft>
              <a:defRPr sz="1300">
                <a:solidFill>
                  <a:srgbClr val="FFFFFF"/>
                </a:solidFill>
                <a:latin typeface="Calibri"/>
              </a:defRPr>
            </a:pPr>
            <a:r>
              <a:t>•  Con UNION permette post-processare il risultato</a:t>
            </a:r>
          </a:p>
          <a:p>
            <a:pPr algn="l">
              <a:spcAft>
                <a:spcPts val="500"/>
              </a:spcAft>
              <a:defRPr sz="1300">
                <a:solidFill>
                  <a:srgbClr val="FFFFFF"/>
                </a:solidFill>
                <a:latin typeface="Calibri"/>
              </a:defRPr>
            </a:pPr>
            <a:r>
              <a:t>•  Elabora riga per riga: meno memoria</a:t>
            </a:r>
          </a:p>
        </p:txBody>
      </p:sp>
      <p:sp>
        <p:nvSpPr>
          <p:cNvPr id="5" name="Rectangle 4"/>
          <p:cNvSpPr/>
          <p:nvPr/>
        </p:nvSpPr>
        <p:spPr>
          <a:xfrm>
            <a:off x="5669280" y="1463040"/>
            <a:ext cx="4846320" cy="329184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779008" y="1536192"/>
            <a:ext cx="4626864" cy="3145536"/>
          </a:xfrm>
          <a:prstGeom prst="rect">
            <a:avLst/>
          </a:prstGeom>
          <a:noFill/>
        </p:spPr>
        <p:txBody>
          <a:bodyPr wrap="square">
            <a:spAutoFit/>
          </a:bodyPr>
          <a:lstStyle/>
          <a:p>
            <a:pPr>
              <a:spcAft>
                <a:spcPts val="100"/>
              </a:spcAft>
              <a:defRPr sz="1000">
                <a:solidFill>
                  <a:srgbClr val="7EC68E"/>
                </a:solidFill>
                <a:latin typeface="Consolas"/>
              </a:defRPr>
            </a:pPr>
            <a:r>
              <a:t>// UNION con post-processing:</a:t>
            </a:r>
          </a:p>
          <a:p>
            <a:pPr>
              <a:spcAft>
                <a:spcPts val="100"/>
              </a:spcAft>
              <a:defRPr sz="1000">
                <a:solidFill>
                  <a:srgbClr val="7EC68E"/>
                </a:solidFill>
                <a:latin typeface="Consolas"/>
              </a:defRPr>
            </a:pPr>
            <a:r>
              <a:t>CALL {</a:t>
            </a:r>
          </a:p>
          <a:p>
            <a:pPr>
              <a:spcAft>
                <a:spcPts val="100"/>
              </a:spcAft>
              <a:defRPr sz="1000">
                <a:solidFill>
                  <a:srgbClr val="7EC68E"/>
                </a:solidFill>
                <a:latin typeface="Consolas"/>
              </a:defRPr>
            </a:pPr>
            <a:r>
              <a:t>  MATCH (s:Skill)</a:t>
            </a:r>
          </a:p>
          <a:p>
            <a:pPr>
              <a:spcAft>
                <a:spcPts val="100"/>
              </a:spcAft>
              <a:defRPr sz="1000">
                <a:solidFill>
                  <a:srgbClr val="7EC68E"/>
                </a:solidFill>
                <a:latin typeface="Consolas"/>
              </a:defRPr>
            </a:pPr>
            <a:r>
              <a:t>  RETURN s.name AS nome, "Skill" AS tipo</a:t>
            </a:r>
          </a:p>
          <a:p>
            <a:pPr>
              <a:spcAft>
                <a:spcPts val="100"/>
              </a:spcAft>
              <a:defRPr sz="1000">
                <a:solidFill>
                  <a:srgbClr val="7EC68E"/>
                </a:solidFill>
                <a:latin typeface="Consolas"/>
              </a:defRPr>
            </a:pPr>
            <a:r>
              <a:t>  UNION ALL</a:t>
            </a:r>
          </a:p>
          <a:p>
            <a:pPr>
              <a:spcAft>
                <a:spcPts val="100"/>
              </a:spcAft>
              <a:defRPr sz="1000">
                <a:solidFill>
                  <a:srgbClr val="7EC68E"/>
                </a:solidFill>
                <a:latin typeface="Consolas"/>
              </a:defRPr>
            </a:pPr>
            <a:r>
              <a:t>  MATCH (p:Project)</a:t>
            </a:r>
          </a:p>
          <a:p>
            <a:pPr>
              <a:spcAft>
                <a:spcPts val="100"/>
              </a:spcAft>
              <a:defRPr sz="1000">
                <a:solidFill>
                  <a:srgbClr val="7EC68E"/>
                </a:solidFill>
                <a:latin typeface="Consolas"/>
              </a:defRPr>
            </a:pPr>
            <a:r>
              <a:t>  RETURN p.name AS nome, "Progetto" AS tipo</a:t>
            </a:r>
          </a:p>
          <a:p>
            <a:pPr>
              <a:spcAft>
                <a:spcPts val="100"/>
              </a:spcAft>
              <a:defRPr sz="1000">
                <a:solidFill>
                  <a:srgbClr val="7EC68E"/>
                </a:solidFill>
                <a:latin typeface="Consolas"/>
              </a:defRPr>
            </a:pPr>
            <a:r>
              <a:t>}</a:t>
            </a:r>
          </a:p>
          <a:p>
            <a:pPr>
              <a:spcAft>
                <a:spcPts val="100"/>
              </a:spcAft>
              <a:defRPr sz="1000">
                <a:solidFill>
                  <a:srgbClr val="7EC68E"/>
                </a:solidFill>
                <a:latin typeface="Consolas"/>
              </a:defRPr>
            </a:pPr>
            <a:r>
              <a:t>RETURN nome, tipo</a:t>
            </a:r>
          </a:p>
          <a:p>
            <a:pPr>
              <a:spcAft>
                <a:spcPts val="100"/>
              </a:spcAft>
              <a:defRPr sz="1000">
                <a:solidFill>
                  <a:srgbClr val="7EC68E"/>
                </a:solidFill>
                <a:latin typeface="Consolas"/>
              </a:defRPr>
            </a:pPr>
            <a:r>
              <a:t>ORDER BY nome;</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Fuori da CALL si può filtrare,</a:t>
            </a:r>
          </a:p>
          <a:p>
            <a:pPr>
              <a:spcAft>
                <a:spcPts val="100"/>
              </a:spcAft>
              <a:defRPr sz="1000">
                <a:solidFill>
                  <a:srgbClr val="7EC68E"/>
                </a:solidFill>
                <a:latin typeface="Consolas"/>
              </a:defRPr>
            </a:pPr>
            <a:r>
              <a:t>// ordinare, paginare il risultato.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Subquery Correlate: Conteggi Multipli</a:t>
            </a:r>
          </a:p>
        </p:txBody>
      </p:sp>
      <p:sp>
        <p:nvSpPr>
          <p:cNvPr id="3" name="TextBox 2"/>
          <p:cNvSpPr txBox="1"/>
          <p:nvPr/>
        </p:nvSpPr>
        <p:spPr>
          <a:xfrm>
            <a:off x="731520" y="960120"/>
            <a:ext cx="10515600" cy="457200"/>
          </a:xfrm>
          <a:prstGeom prst="rect">
            <a:avLst/>
          </a:prstGeom>
          <a:noFill/>
        </p:spPr>
        <p:txBody>
          <a:bodyPr wrap="square">
            <a:spAutoFit/>
          </a:bodyPr>
          <a:lstStyle/>
          <a:p>
            <a:pPr algn="l">
              <a:defRPr sz="1400" b="0">
                <a:solidFill>
                  <a:srgbClr val="CCCCCC"/>
                </a:solidFill>
                <a:latin typeface="Calibri"/>
              </a:defRPr>
            </a:pPr>
            <a:r>
              <a:t>Per ogni persona contiamo skill e progetti con due subquery correlate. La variabile p è quella di riferimento.</a:t>
            </a:r>
          </a:p>
        </p:txBody>
      </p:sp>
      <p:sp>
        <p:nvSpPr>
          <p:cNvPr id="4" name="Rectangle 3"/>
          <p:cNvSpPr/>
          <p:nvPr/>
        </p:nvSpPr>
        <p:spPr>
          <a:xfrm>
            <a:off x="731520" y="1463040"/>
            <a:ext cx="5029200" cy="182880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536192"/>
            <a:ext cx="4809744" cy="1682496"/>
          </a:xfrm>
          <a:prstGeom prst="rect">
            <a:avLst/>
          </a:prstGeom>
          <a:noFill/>
        </p:spPr>
        <p:txBody>
          <a:bodyPr wrap="square">
            <a:spAutoFit/>
          </a:bodyPr>
          <a:lstStyle/>
          <a:p>
            <a:pPr>
              <a:spcAft>
                <a:spcPts val="100"/>
              </a:spcAft>
              <a:defRPr sz="1000">
                <a:solidFill>
                  <a:srgbClr val="7EC68E"/>
                </a:solidFill>
                <a:latin typeface="Consolas"/>
              </a:defRPr>
            </a:pPr>
            <a:r>
              <a:t>// Due conteggi indipendenti per ogni persona:</a:t>
            </a:r>
          </a:p>
          <a:p>
            <a:pPr>
              <a:spcAft>
                <a:spcPts val="100"/>
              </a:spcAft>
              <a:defRPr sz="1000">
                <a:solidFill>
                  <a:srgbClr val="7EC68E"/>
                </a:solidFill>
                <a:latin typeface="Consolas"/>
              </a:defRPr>
            </a:pPr>
            <a:r>
              <a:t>MATCH (p:Person)</a:t>
            </a:r>
          </a:p>
          <a:p>
            <a:pPr>
              <a:spcAft>
                <a:spcPts val="100"/>
              </a:spcAft>
              <a:defRPr sz="1000">
                <a:solidFill>
                  <a:srgbClr val="7EC68E"/>
                </a:solidFill>
                <a:latin typeface="Consolas"/>
              </a:defRPr>
            </a:pPr>
            <a:r>
              <a:t>RETURN p.name AS nome,</a:t>
            </a:r>
          </a:p>
          <a:p>
            <a:pPr>
              <a:spcAft>
                <a:spcPts val="100"/>
              </a:spcAft>
              <a:defRPr sz="1000">
                <a:solidFill>
                  <a:srgbClr val="7EC68E"/>
                </a:solidFill>
                <a:latin typeface="Consolas"/>
              </a:defRPr>
            </a:pPr>
            <a:r>
              <a:t>  CALL { MATCH (p)-[:HAS_SKILL]-&gt;(s:Skill)</a:t>
            </a:r>
          </a:p>
          <a:p>
            <a:pPr>
              <a:spcAft>
                <a:spcPts val="100"/>
              </a:spcAft>
              <a:defRPr sz="1000">
                <a:solidFill>
                  <a:srgbClr val="7EC68E"/>
                </a:solidFill>
                <a:latin typeface="Consolas"/>
              </a:defRPr>
            </a:pPr>
            <a:r>
              <a:t>         RETURN count(*) } AS num_skill,</a:t>
            </a:r>
          </a:p>
          <a:p>
            <a:pPr>
              <a:spcAft>
                <a:spcPts val="100"/>
              </a:spcAft>
              <a:defRPr sz="1000">
                <a:solidFill>
                  <a:srgbClr val="7EC68E"/>
                </a:solidFill>
                <a:latin typeface="Consolas"/>
              </a:defRPr>
            </a:pPr>
            <a:r>
              <a:t>  CALL { MATCH (p)-[:WORKED_ON]-&gt;(proj:Project)</a:t>
            </a:r>
          </a:p>
          <a:p>
            <a:pPr>
              <a:spcAft>
                <a:spcPts val="100"/>
              </a:spcAft>
              <a:defRPr sz="1000">
                <a:solidFill>
                  <a:srgbClr val="7EC68E"/>
                </a:solidFill>
                <a:latin typeface="Consolas"/>
              </a:defRPr>
            </a:pPr>
            <a:r>
              <a:t>         RETURN count(*) } AS num_progetti</a:t>
            </a:r>
          </a:p>
          <a:p>
            <a:pPr>
              <a:spcAft>
                <a:spcPts val="100"/>
              </a:spcAft>
              <a:defRPr sz="1000">
                <a:solidFill>
                  <a:srgbClr val="7EC68E"/>
                </a:solidFill>
                <a:latin typeface="Consolas"/>
              </a:defRPr>
            </a:pPr>
            <a:r>
              <a:t>ORDER BY num_skill DESC</a:t>
            </a:r>
          </a:p>
          <a:p>
            <a:pPr>
              <a:spcAft>
                <a:spcPts val="100"/>
              </a:spcAft>
              <a:defRPr sz="1000">
                <a:solidFill>
                  <a:srgbClr val="7EC68E"/>
                </a:solidFill>
                <a:latin typeface="Consolas"/>
              </a:defRPr>
            </a:pPr>
            <a:r>
              <a:t>LIMIT 10;</a:t>
            </a:r>
          </a:p>
        </p:txBody>
      </p:sp>
      <p:sp>
        <p:nvSpPr>
          <p:cNvPr id="6" name="Rectangle 5"/>
          <p:cNvSpPr/>
          <p:nvPr/>
        </p:nvSpPr>
        <p:spPr>
          <a:xfrm>
            <a:off x="731520" y="329184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520440"/>
            <a:ext cx="10515600" cy="365760"/>
          </a:xfrm>
          <a:prstGeom prst="rect">
            <a:avLst/>
          </a:prstGeom>
          <a:noFill/>
        </p:spPr>
        <p:txBody>
          <a:bodyPr wrap="square">
            <a:spAutoFit/>
          </a:bodyPr>
          <a:lstStyle/>
          <a:p>
            <a:pPr algn="l">
              <a:defRPr sz="1500" b="1">
                <a:solidFill>
                  <a:srgbClr val="F08040"/>
                </a:solidFill>
                <a:latin typeface="Calibri"/>
              </a:defRPr>
            </a:pPr>
            <a:r>
              <a:t>Forma moderna (5.23+)</a:t>
            </a:r>
          </a:p>
        </p:txBody>
      </p:sp>
      <p:sp>
        <p:nvSpPr>
          <p:cNvPr id="8" name="Rectangle 7"/>
          <p:cNvSpPr/>
          <p:nvPr/>
        </p:nvSpPr>
        <p:spPr>
          <a:xfrm>
            <a:off x="731520" y="3931920"/>
            <a:ext cx="5029200" cy="146304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4005072"/>
            <a:ext cx="4809744" cy="1316736"/>
          </a:xfrm>
          <a:prstGeom prst="rect">
            <a:avLst/>
          </a:prstGeom>
          <a:noFill/>
        </p:spPr>
        <p:txBody>
          <a:bodyPr wrap="square">
            <a:spAutoFit/>
          </a:bodyPr>
          <a:lstStyle/>
          <a:p>
            <a:pPr>
              <a:spcAft>
                <a:spcPts val="100"/>
              </a:spcAft>
              <a:defRPr sz="1000">
                <a:solidFill>
                  <a:srgbClr val="7EC68E"/>
                </a:solidFill>
                <a:latin typeface="Consolas"/>
              </a:defRPr>
            </a:pPr>
            <a:r>
              <a:t>// Il scope clause dichiara le variabili importate:</a:t>
            </a:r>
          </a:p>
          <a:p>
            <a:pPr>
              <a:spcAft>
                <a:spcPts val="100"/>
              </a:spcAft>
              <a:defRPr sz="1000">
                <a:solidFill>
                  <a:srgbClr val="7EC68E"/>
                </a:solidFill>
                <a:latin typeface="Consolas"/>
              </a:defRPr>
            </a:pPr>
            <a:r>
              <a:t>CALL (p) { MATCH (p)-[:HAS_SKILL]-&gt;(s:Skill)</a:t>
            </a:r>
          </a:p>
          <a:p>
            <a:pPr>
              <a:spcAft>
                <a:spcPts val="100"/>
              </a:spcAft>
              <a:defRPr sz="1000">
                <a:solidFill>
                  <a:srgbClr val="7EC68E"/>
                </a:solidFill>
                <a:latin typeface="Consolas"/>
              </a:defRPr>
            </a:pPr>
            <a:r>
              <a:t>          RETURN count(*) } AS num_skill</a:t>
            </a:r>
          </a:p>
          <a:p>
            <a:pPr>
              <a:spcAft>
                <a:spcPts val="100"/>
              </a:spcAft>
              <a:defRPr sz="1000">
                <a:solidFill>
                  <a:srgbClr val="7EC68E"/>
                </a:solidFill>
                <a:latin typeface="Consolas"/>
              </a:defRPr>
            </a:pPr>
            <a:r>
              <a:t>// CALL { } senza scope è deprecato ma funziona.</a:t>
            </a:r>
          </a:p>
        </p:txBody>
      </p:sp>
      <p:sp>
        <p:nvSpPr>
          <p:cNvPr id="10" name="TextBox 9"/>
          <p:cNvSpPr txBox="1"/>
          <p:nvPr/>
        </p:nvSpPr>
        <p:spPr>
          <a:xfrm>
            <a:off x="5943600" y="3520440"/>
            <a:ext cx="4572000" cy="2377440"/>
          </a:xfrm>
          <a:prstGeom prst="rect">
            <a:avLst/>
          </a:prstGeom>
          <a:noFill/>
        </p:spPr>
        <p:txBody>
          <a:bodyPr wrap="square">
            <a:spAutoFit/>
          </a:bodyPr>
          <a:lstStyle/>
          <a:p>
            <a:pPr algn="l">
              <a:spcAft>
                <a:spcPts val="300"/>
              </a:spcAft>
              <a:defRPr sz="1200">
                <a:solidFill>
                  <a:srgbClr val="CCCCCC"/>
                </a:solidFill>
                <a:latin typeface="Calibri"/>
              </a:defRPr>
            </a:pPr>
            <a:r>
              <a:t>•  Con un solo MATCH: prodotto cartesiano</a:t>
            </a:r>
          </a:p>
          <a:p>
            <a:pPr algn="l">
              <a:spcAft>
                <a:spcPts val="300"/>
              </a:spcAft>
              <a:defRPr sz="1200">
                <a:solidFill>
                  <a:srgbClr val="CCCCCC"/>
                </a:solidFill>
                <a:latin typeface="Calibri"/>
              </a:defRPr>
            </a:pPr>
            <a:r>
              <a:t>  skill × progetti per ogni persona</a:t>
            </a:r>
          </a:p>
          <a:p>
            <a:pPr algn="l">
              <a:spcAft>
                <a:spcPts val="300"/>
              </a:spcAft>
              <a:defRPr sz="1200">
                <a:solidFill>
                  <a:srgbClr val="CCCCCC"/>
                </a:solidFill>
                <a:latin typeface="Calibri"/>
              </a:defRPr>
            </a:pPr>
            <a:r>
              <a:t>•  Es. Giulia Giordano: 6 skill × 2 progetti = 12 righe</a:t>
            </a:r>
          </a:p>
          <a:p>
            <a:pPr algn="l">
              <a:spcAft>
                <a:spcPts val="300"/>
              </a:spcAft>
              <a:defRPr sz="1200">
                <a:solidFill>
                  <a:srgbClr val="CCCCCC"/>
                </a:solidFill>
                <a:latin typeface="Calibri"/>
              </a:defRPr>
            </a:pPr>
            <a:r>
              <a:t>  → count(*) sovrastima</a:t>
            </a:r>
          </a:p>
          <a:p>
            <a:pPr algn="l">
              <a:spcAft>
                <a:spcPts val="300"/>
              </a:spcAft>
              <a:defRPr sz="1200">
                <a:solidFill>
                  <a:srgbClr val="CCCCCC"/>
                </a:solidFill>
                <a:latin typeface="Calibri"/>
              </a:defRPr>
            </a:pPr>
            <a:r>
              <a:t>•  CALL { } conta ogni cosa separatamente:</a:t>
            </a:r>
          </a:p>
          <a:p>
            <a:pPr algn="l">
              <a:spcAft>
                <a:spcPts val="300"/>
              </a:spcAft>
              <a:defRPr sz="1200">
                <a:solidFill>
                  <a:srgbClr val="CCCCCC"/>
                </a:solidFill>
                <a:latin typeface="Calibri"/>
              </a:defRPr>
            </a:pPr>
            <a:r>
              <a:t>  nessuna riga duplicata, nessuna sovrastima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Date e Temporali</a:t>
            </a:r>
          </a:p>
        </p:txBody>
      </p:sp>
      <p:sp>
        <p:nvSpPr>
          <p:cNvPr id="3" name="TextBox 2"/>
          <p:cNvSpPr txBox="1"/>
          <p:nvPr/>
        </p:nvSpPr>
        <p:spPr>
          <a:xfrm>
            <a:off x="731520" y="960120"/>
            <a:ext cx="10515600" cy="457200"/>
          </a:xfrm>
          <a:prstGeom prst="rect">
            <a:avLst/>
          </a:prstGeom>
          <a:noFill/>
        </p:spPr>
        <p:txBody>
          <a:bodyPr wrap="square">
            <a:spAutoFit/>
          </a:bodyPr>
          <a:lstStyle/>
          <a:p>
            <a:pPr algn="l">
              <a:defRPr sz="1400" b="0">
                <a:solidFill>
                  <a:srgbClr val="CCCCCC"/>
                </a:solidFill>
                <a:latin typeface="Calibri"/>
              </a:defRPr>
            </a:pPr>
            <a:r>
              <a:t>Cypher ha tipi temporali nativi: date, datetime, duration. Si confrontano e si calcolano direttamente.</a:t>
            </a:r>
          </a:p>
        </p:txBody>
      </p:sp>
      <p:sp>
        <p:nvSpPr>
          <p:cNvPr id="4" name="Rectangle 3"/>
          <p:cNvSpPr/>
          <p:nvPr/>
        </p:nvSpPr>
        <p:spPr>
          <a:xfrm>
            <a:off x="731520" y="1463040"/>
            <a:ext cx="5029200" cy="365760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536192"/>
            <a:ext cx="4809744" cy="3511296"/>
          </a:xfrm>
          <a:prstGeom prst="rect">
            <a:avLst/>
          </a:prstGeom>
          <a:noFill/>
        </p:spPr>
        <p:txBody>
          <a:bodyPr wrap="square">
            <a:spAutoFit/>
          </a:bodyPr>
          <a:lstStyle/>
          <a:p>
            <a:pPr>
              <a:spcAft>
                <a:spcPts val="100"/>
              </a:spcAft>
              <a:defRPr sz="1000">
                <a:solidFill>
                  <a:srgbClr val="7EC68E"/>
                </a:solidFill>
                <a:latin typeface="Consolas"/>
              </a:defRPr>
            </a:pPr>
            <a:r>
              <a:t>// Creazione e componenti:</a:t>
            </a:r>
          </a:p>
          <a:p>
            <a:pPr>
              <a:spcAft>
                <a:spcPts val="100"/>
              </a:spcAft>
              <a:defRPr sz="1000">
                <a:solidFill>
                  <a:srgbClr val="7EC68E"/>
                </a:solidFill>
                <a:latin typeface="Consolas"/>
              </a:defRPr>
            </a:pPr>
            <a:r>
              <a:t>RETURN date("2026-07-01") AS inizio,</a:t>
            </a:r>
          </a:p>
          <a:p>
            <a:pPr>
              <a:spcAft>
                <a:spcPts val="100"/>
              </a:spcAft>
              <a:defRPr sz="1000">
                <a:solidFill>
                  <a:srgbClr val="7EC68E"/>
                </a:solidFill>
                <a:latin typeface="Consolas"/>
              </a:defRPr>
            </a:pPr>
            <a:r>
              <a:t>       date("2026-07-01").year AS anno,</a:t>
            </a:r>
          </a:p>
          <a:p>
            <a:pPr>
              <a:spcAft>
                <a:spcPts val="100"/>
              </a:spcAft>
              <a:defRPr sz="1000">
                <a:solidFill>
                  <a:srgbClr val="7EC68E"/>
                </a:solidFill>
                <a:latin typeface="Consolas"/>
              </a:defRPr>
            </a:pPr>
            <a:r>
              <a:t>       date("2026-07-01").month AS mese;</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Aritmetica con duration:</a:t>
            </a:r>
          </a:p>
          <a:p>
            <a:pPr>
              <a:spcAft>
                <a:spcPts val="100"/>
              </a:spcAft>
              <a:defRPr sz="1000">
                <a:solidFill>
                  <a:srgbClr val="7EC68E"/>
                </a:solidFill>
                <a:latin typeface="Consolas"/>
              </a:defRPr>
            </a:pPr>
            <a:r>
              <a:t>RETURN date("2026-07-01")</a:t>
            </a:r>
          </a:p>
          <a:p>
            <a:pPr>
              <a:spcAft>
                <a:spcPts val="100"/>
              </a:spcAft>
              <a:defRPr sz="1000">
                <a:solidFill>
                  <a:srgbClr val="7EC68E"/>
                </a:solidFill>
                <a:latin typeface="Consolas"/>
              </a:defRPr>
            </a:pPr>
            <a:r>
              <a:t>       + duration({months: 3}) AS tra_3_mesi;</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Differenza tra due date:</a:t>
            </a:r>
          </a:p>
          <a:p>
            <a:pPr>
              <a:spcAft>
                <a:spcPts val="100"/>
              </a:spcAft>
              <a:defRPr sz="1000">
                <a:solidFill>
                  <a:srgbClr val="7EC68E"/>
                </a:solidFill>
                <a:latin typeface="Consolas"/>
              </a:defRPr>
            </a:pPr>
            <a:r>
              <a:t>RETURN duration.between(</a:t>
            </a:r>
          </a:p>
          <a:p>
            <a:pPr>
              <a:spcAft>
                <a:spcPts val="100"/>
              </a:spcAft>
              <a:defRPr sz="1000">
                <a:solidFill>
                  <a:srgbClr val="7EC68E"/>
                </a:solidFill>
                <a:latin typeface="Consolas"/>
              </a:defRPr>
            </a:pPr>
            <a:r>
              <a:t>         date("2026-07-01"), date()) AS passato;</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Filtro temporale:</a:t>
            </a:r>
          </a:p>
          <a:p>
            <a:pPr>
              <a:spcAft>
                <a:spcPts val="100"/>
              </a:spcAft>
              <a:defRPr sz="1000">
                <a:solidFill>
                  <a:srgbClr val="7EC68E"/>
                </a:solidFill>
                <a:latin typeface="Consolas"/>
              </a:defRPr>
            </a:pPr>
            <a:r>
              <a:t>WHERE p.hire_date &gt; date("2025-01-01")</a:t>
            </a:r>
          </a:p>
        </p:txBody>
      </p:sp>
      <p:sp>
        <p:nvSpPr>
          <p:cNvPr id="6" name="TextBox 5"/>
          <p:cNvSpPr txBox="1"/>
          <p:nvPr/>
        </p:nvSpPr>
        <p:spPr>
          <a:xfrm>
            <a:off x="5669280" y="1463040"/>
            <a:ext cx="4846320" cy="3657600"/>
          </a:xfrm>
          <a:prstGeom prst="rect">
            <a:avLst/>
          </a:prstGeom>
          <a:noFill/>
        </p:spPr>
        <p:txBody>
          <a:bodyPr wrap="square">
            <a:spAutoFit/>
          </a:bodyPr>
          <a:lstStyle/>
          <a:p>
            <a:pPr algn="l">
              <a:spcAft>
                <a:spcPts val="500"/>
              </a:spcAft>
              <a:defRPr sz="1200">
                <a:solidFill>
                  <a:srgbClr val="FFFFFF"/>
                </a:solidFill>
                <a:latin typeface="Calibri"/>
              </a:defRPr>
            </a:pPr>
            <a:r>
              <a:t>•  date('YYYY-MM-DD') crea una data</a:t>
            </a:r>
          </a:p>
          <a:p>
            <a:pPr algn="l">
              <a:spcAft>
                <a:spcPts val="500"/>
              </a:spcAft>
              <a:defRPr sz="1200">
                <a:solidFill>
                  <a:srgbClr val="FFFFFF"/>
                </a:solidFill>
                <a:latin typeface="Calibri"/>
              </a:defRPr>
            </a:pPr>
            <a:r>
              <a:t>•  datetime() include ora e timezone</a:t>
            </a:r>
          </a:p>
          <a:p>
            <a:pPr algn="l">
              <a:spcAft>
                <a:spcPts val="500"/>
              </a:spcAft>
              <a:defRPr sz="1200">
                <a:solidFill>
                  <a:srgbClr val="FFFFFF"/>
                </a:solidFill>
                <a:latin typeface="Calibri"/>
              </a:defRPr>
            </a:pPr>
            <a:r>
              <a:t>•  duration({months: 3, days: 30, ...})</a:t>
            </a:r>
          </a:p>
          <a:p>
            <a:pPr algn="l">
              <a:spcAft>
                <a:spcPts val="500"/>
              </a:spcAft>
              <a:defRPr sz="1200">
                <a:solidFill>
                  <a:srgbClr val="FFFFFF"/>
                </a:solidFill>
                <a:latin typeface="Calibri"/>
              </a:defRPr>
            </a:pPr>
            <a:r>
              <a:t>•  date + duration = nuova data</a:t>
            </a:r>
          </a:p>
          <a:p>
            <a:pPr algn="l">
              <a:spcAft>
                <a:spcPts val="500"/>
              </a:spcAft>
              <a:defRPr sz="1200">
                <a:solidFill>
                  <a:srgbClr val="FFFFFF"/>
                </a:solidFill>
                <a:latin typeface="Calibri"/>
              </a:defRPr>
            </a:pPr>
            <a:r>
              <a:t>•  duration.between(a, b) = differenza</a:t>
            </a:r>
          </a:p>
          <a:p>
            <a:pPr algn="l">
              <a:spcAft>
                <a:spcPts val="500"/>
              </a:spcAft>
              <a:defRPr sz="1200">
                <a:solidFill>
                  <a:srgbClr val="FFFFFF"/>
                </a:solidFill>
                <a:latin typeface="Calibri"/>
              </a:defRPr>
            </a:pPr>
            <a:r>
              <a:t>•  Confronti diretti: p.hire_date &lt; date()</a:t>
            </a:r>
          </a:p>
          <a:p>
            <a:pPr algn="l">
              <a:spcAft>
                <a:spcPts val="500"/>
              </a:spcAft>
              <a:defRPr sz="1200">
                <a:solidFill>
                  <a:srgbClr val="FFFFFF"/>
                </a:solidFill>
                <a:latin typeface="Calibri"/>
              </a:defRPr>
            </a:pPr>
            <a:r>
              <a:t>•  I driver restituiscono i temporali nativi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Liste in Cypher</a:t>
            </a:r>
          </a:p>
        </p:txBody>
      </p:sp>
      <p:sp>
        <p:nvSpPr>
          <p:cNvPr id="3" name="TextBox 2"/>
          <p:cNvSpPr txBox="1"/>
          <p:nvPr/>
        </p:nvSpPr>
        <p:spPr>
          <a:xfrm>
            <a:off x="731520" y="960120"/>
            <a:ext cx="10515600" cy="457200"/>
          </a:xfrm>
          <a:prstGeom prst="rect">
            <a:avLst/>
          </a:prstGeom>
          <a:noFill/>
        </p:spPr>
        <p:txBody>
          <a:bodyPr wrap="square">
            <a:spAutoFit/>
          </a:bodyPr>
          <a:lstStyle/>
          <a:p>
            <a:pPr algn="l">
              <a:defRPr sz="1400" b="0">
                <a:solidFill>
                  <a:srgbClr val="CCCCCC"/>
                </a:solidFill>
                <a:latin typeface="Calibri"/>
              </a:defRPr>
            </a:pPr>
            <a:r>
              <a:t>Collezioni [1, 2, 3] con funzioni pronte e list comprehension per trasformazioni compatte.</a:t>
            </a:r>
          </a:p>
        </p:txBody>
      </p:sp>
      <p:sp>
        <p:nvSpPr>
          <p:cNvPr id="4" name="Rectangle 3"/>
          <p:cNvSpPr/>
          <p:nvPr/>
        </p:nvSpPr>
        <p:spPr>
          <a:xfrm>
            <a:off x="731520" y="1463040"/>
            <a:ext cx="5029200" cy="365760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536192"/>
            <a:ext cx="4809744" cy="3511296"/>
          </a:xfrm>
          <a:prstGeom prst="rect">
            <a:avLst/>
          </a:prstGeom>
          <a:noFill/>
        </p:spPr>
        <p:txBody>
          <a:bodyPr wrap="square">
            <a:spAutoFit/>
          </a:bodyPr>
          <a:lstStyle/>
          <a:p>
            <a:pPr>
              <a:spcAft>
                <a:spcPts val="100"/>
              </a:spcAft>
              <a:defRPr sz="1000">
                <a:solidFill>
                  <a:srgbClr val="7EC68E"/>
                </a:solidFill>
                <a:latin typeface="Consolas"/>
              </a:defRPr>
            </a:pPr>
            <a:r>
              <a:t>// Sequenza con passo: range(start, end, step)</a:t>
            </a:r>
          </a:p>
          <a:p>
            <a:pPr>
              <a:spcAft>
                <a:spcPts val="100"/>
              </a:spcAft>
              <a:defRPr sz="1000">
                <a:solidFill>
                  <a:srgbClr val="7EC68E"/>
                </a:solidFill>
                <a:latin typeface="Consolas"/>
              </a:defRPr>
            </a:pPr>
            <a:r>
              <a:t>RETURN range(0, 10, 2) AS pari;</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Accesso per indice:</a:t>
            </a:r>
          </a:p>
          <a:p>
            <a:pPr>
              <a:spcAft>
                <a:spcPts val="100"/>
              </a:spcAft>
              <a:defRPr sz="1000">
                <a:solidFill>
                  <a:srgbClr val="7EC68E"/>
                </a:solidFill>
                <a:latin typeface="Consolas"/>
              </a:defRPr>
            </a:pPr>
            <a:r>
              <a:t>RETURN ["a","b","c"][0] AS primo,</a:t>
            </a:r>
          </a:p>
          <a:p>
            <a:pPr>
              <a:spcAft>
                <a:spcPts val="100"/>
              </a:spcAft>
              <a:defRPr sz="1000">
                <a:solidFill>
                  <a:srgbClr val="7EC68E"/>
                </a:solidFill>
                <a:latin typeface="Consolas"/>
              </a:defRPr>
            </a:pPr>
            <a:r>
              <a:t>       ["a","b","c"][-1] AS ultimo;</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List comprehension (filtro + trasformazione):</a:t>
            </a:r>
          </a:p>
          <a:p>
            <a:pPr>
              <a:spcAft>
                <a:spcPts val="100"/>
              </a:spcAft>
              <a:defRPr sz="1000">
                <a:solidFill>
                  <a:srgbClr val="7EC68E"/>
                </a:solidFill>
                <a:latin typeface="Consolas"/>
              </a:defRPr>
            </a:pPr>
            <a:r>
              <a:t>WITH [1, 2, 3, 4, 5] AS numeri</a:t>
            </a:r>
          </a:p>
          <a:p>
            <a:pPr>
              <a:spcAft>
                <a:spcPts val="100"/>
              </a:spcAft>
              <a:defRPr sz="1000">
                <a:solidFill>
                  <a:srgbClr val="7EC68E"/>
                </a:solidFill>
                <a:latin typeface="Consolas"/>
              </a:defRPr>
            </a:pPr>
            <a:r>
              <a:t>RETURN [x IN numeri WHERE x &gt; 2 | x * 10];</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UNWIND: lista → righe (collect() ricompatta):</a:t>
            </a:r>
          </a:p>
          <a:p>
            <a:pPr>
              <a:spcAft>
                <a:spcPts val="100"/>
              </a:spcAft>
              <a:defRPr sz="1000">
                <a:solidFill>
                  <a:srgbClr val="7EC68E"/>
                </a:solidFill>
                <a:latin typeface="Consolas"/>
              </a:defRPr>
            </a:pPr>
            <a:r>
              <a:t>UNWIND range(2020, 2026) AS anno</a:t>
            </a:r>
          </a:p>
          <a:p>
            <a:pPr>
              <a:spcAft>
                <a:spcPts val="100"/>
              </a:spcAft>
              <a:defRPr sz="1000">
                <a:solidFill>
                  <a:srgbClr val="7EC68E"/>
                </a:solidFill>
                <a:latin typeface="Consolas"/>
              </a:defRPr>
            </a:pPr>
            <a:r>
              <a:t>RETURN collect(anno) AS anni;</a:t>
            </a:r>
          </a:p>
        </p:txBody>
      </p:sp>
      <p:sp>
        <p:nvSpPr>
          <p:cNvPr id="6" name="TextBox 5"/>
          <p:cNvSpPr txBox="1"/>
          <p:nvPr/>
        </p:nvSpPr>
        <p:spPr>
          <a:xfrm>
            <a:off x="5669280" y="1463040"/>
            <a:ext cx="4846320" cy="3657600"/>
          </a:xfrm>
          <a:prstGeom prst="rect">
            <a:avLst/>
          </a:prstGeom>
          <a:noFill/>
        </p:spPr>
        <p:txBody>
          <a:bodyPr wrap="square">
            <a:spAutoFit/>
          </a:bodyPr>
          <a:lstStyle/>
          <a:p>
            <a:pPr algn="l">
              <a:spcAft>
                <a:spcPts val="500"/>
              </a:spcAft>
              <a:defRPr sz="1200">
                <a:solidFill>
                  <a:srgbClr val="FFFFFF"/>
                </a:solidFill>
                <a:latin typeface="Calibri"/>
              </a:defRPr>
            </a:pPr>
            <a:r>
              <a:t>•  range(0, 10, 2) genera sequenze con passo</a:t>
            </a:r>
          </a:p>
          <a:p>
            <a:pPr algn="l">
              <a:spcAft>
                <a:spcPts val="500"/>
              </a:spcAft>
              <a:defRPr sz="1200">
                <a:solidFill>
                  <a:srgbClr val="FFFFFF"/>
                </a:solidFill>
                <a:latin typeface="Calibri"/>
              </a:defRPr>
            </a:pPr>
            <a:r>
              <a:t>•  l[0] primo, l[-1] ultimo (indici)</a:t>
            </a:r>
          </a:p>
          <a:p>
            <a:pPr algn="l">
              <a:spcAft>
                <a:spcPts val="500"/>
              </a:spcAft>
              <a:defRPr sz="1200">
                <a:solidFill>
                  <a:srgbClr val="FFFFFF"/>
                </a:solidFill>
                <a:latin typeface="Calibri"/>
              </a:defRPr>
            </a:pPr>
            <a:r>
              <a:t>•  [x IN l WHERE c | expr] = list comprehension</a:t>
            </a:r>
          </a:p>
          <a:p>
            <a:pPr algn="l">
              <a:spcAft>
                <a:spcPts val="500"/>
              </a:spcAft>
              <a:defRPr sz="1200">
                <a:solidFill>
                  <a:srgbClr val="FFFFFF"/>
                </a:solidFill>
                <a:latin typeface="Calibri"/>
              </a:defRPr>
            </a:pPr>
            <a:r>
              <a:t>•  UNWIND espande una lista in righe (flatMap)</a:t>
            </a:r>
          </a:p>
          <a:p>
            <a:pPr algn="l">
              <a:spcAft>
                <a:spcPts val="500"/>
              </a:spcAft>
              <a:defRPr sz="1200">
                <a:solidFill>
                  <a:srgbClr val="FFFFFF"/>
                </a:solidFill>
                <a:latin typeface="Calibri"/>
              </a:defRPr>
            </a:pPr>
            <a:r>
              <a:t>•  collect() rifà la lista (righe → lista)</a:t>
            </a:r>
          </a:p>
          <a:p>
            <a:pPr algn="l">
              <a:spcAft>
                <a:spcPts val="500"/>
              </a:spcAft>
              <a:defRPr sz="1200">
                <a:solidFill>
                  <a:srgbClr val="FFFFFF"/>
                </a:solidFill>
                <a:latin typeface="Calibri"/>
              </a:defRPr>
            </a:pPr>
            <a:r>
              <a:t>•  reduce(s=0, x IN l | s + x) = fold (somma)</a:t>
            </a:r>
          </a:p>
          <a:p>
            <a:pPr algn="l">
              <a:spcAft>
                <a:spcPts val="500"/>
              </a:spcAft>
              <a:defRPr sz="1200">
                <a:solidFill>
                  <a:srgbClr val="FFFFFF"/>
                </a:solidFill>
                <a:latin typeface="Calibri"/>
              </a:defRPr>
            </a:pPr>
            <a:r>
              <a:t>•  size(), head(), last(), reverse()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Mappe (Dictionary)</a:t>
            </a:r>
          </a:p>
        </p:txBody>
      </p:sp>
      <p:sp>
        <p:nvSpPr>
          <p:cNvPr id="3" name="TextBox 2"/>
          <p:cNvSpPr txBox="1"/>
          <p:nvPr/>
        </p:nvSpPr>
        <p:spPr>
          <a:xfrm>
            <a:off x="731520" y="960120"/>
            <a:ext cx="10515600" cy="457200"/>
          </a:xfrm>
          <a:prstGeom prst="rect">
            <a:avLst/>
          </a:prstGeom>
          <a:noFill/>
        </p:spPr>
        <p:txBody>
          <a:bodyPr wrap="square">
            <a:spAutoFit/>
          </a:bodyPr>
          <a:lstStyle/>
          <a:p>
            <a:pPr algn="l">
              <a:defRPr sz="1400" b="0">
                <a:solidFill>
                  <a:srgbClr val="CCCCCC"/>
                </a:solidFill>
                <a:latin typeface="Calibri"/>
              </a:defRPr>
            </a:pPr>
            <a:r>
              <a:t>Coppie chiave-valore {chiave: valore}, simili ai dict di Python. Ottime per passare dati ai parametri.</a:t>
            </a:r>
          </a:p>
        </p:txBody>
      </p:sp>
      <p:sp>
        <p:nvSpPr>
          <p:cNvPr id="4" name="Rectangle 3"/>
          <p:cNvSpPr/>
          <p:nvPr/>
        </p:nvSpPr>
        <p:spPr>
          <a:xfrm>
            <a:off x="731520" y="1463040"/>
            <a:ext cx="5029200" cy="365760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536192"/>
            <a:ext cx="4809744" cy="3511296"/>
          </a:xfrm>
          <a:prstGeom prst="rect">
            <a:avLst/>
          </a:prstGeom>
          <a:noFill/>
        </p:spPr>
        <p:txBody>
          <a:bodyPr wrap="square">
            <a:spAutoFit/>
          </a:bodyPr>
          <a:lstStyle/>
          <a:p>
            <a:pPr>
              <a:spcAft>
                <a:spcPts val="100"/>
              </a:spcAft>
              <a:defRPr sz="1000">
                <a:solidFill>
                  <a:srgbClr val="7EC68E"/>
                </a:solidFill>
                <a:latin typeface="Consolas"/>
              </a:defRPr>
            </a:pPr>
            <a:r>
              <a:t>// Creazione e accesso:</a:t>
            </a:r>
          </a:p>
          <a:p>
            <a:pPr>
              <a:spcAft>
                <a:spcPts val="100"/>
              </a:spcAft>
              <a:defRPr sz="1000">
                <a:solidFill>
                  <a:srgbClr val="7EC68E"/>
                </a:solidFill>
                <a:latin typeface="Consolas"/>
              </a:defRPr>
            </a:pPr>
            <a:r>
              <a:t>RETURN {nome: "Alice", eta: 30} AS profilo,</a:t>
            </a:r>
          </a:p>
          <a:p>
            <a:pPr>
              <a:spcAft>
                <a:spcPts val="100"/>
              </a:spcAft>
              <a:defRPr sz="1000">
                <a:solidFill>
                  <a:srgbClr val="7EC68E"/>
                </a:solidFill>
                <a:latin typeface="Consolas"/>
              </a:defRPr>
            </a:pPr>
            <a:r>
              <a:t>       {nome: "Alice", eta: 30}.nome AS nome;</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Unione (+): su chiave duplicata vince la destra</a:t>
            </a:r>
          </a:p>
          <a:p>
            <a:pPr>
              <a:spcAft>
                <a:spcPts val="100"/>
              </a:spcAft>
              <a:defRPr sz="1000">
                <a:solidFill>
                  <a:srgbClr val="7EC68E"/>
                </a:solidFill>
                <a:latin typeface="Consolas"/>
              </a:defRPr>
            </a:pPr>
            <a:r>
              <a:t>RETURN {a: 1, b: 2} + {b: 99, c: 3} AS mappa;</a:t>
            </a:r>
          </a:p>
          <a:p>
            <a:pPr>
              <a:spcAft>
                <a:spcPts val="100"/>
              </a:spcAft>
              <a:defRPr sz="1000">
                <a:solidFill>
                  <a:srgbClr val="7EC68E"/>
                </a:solidFill>
                <a:latin typeface="Consolas"/>
              </a:defRPr>
            </a:pPr>
            <a:r>
              <a:t>// → {a: 1, b: 99, c: 3}</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Proiezione da un nodo (subset di proprietà):</a:t>
            </a:r>
          </a:p>
          <a:p>
            <a:pPr>
              <a:spcAft>
                <a:spcPts val="100"/>
              </a:spcAft>
              <a:defRPr sz="1000">
                <a:solidFill>
                  <a:srgbClr val="7EC68E"/>
                </a:solidFill>
                <a:latin typeface="Consolas"/>
              </a:defRPr>
            </a:pPr>
            <a:r>
              <a:t>MATCH (p:Person {employee_id: 8907})</a:t>
            </a:r>
          </a:p>
          <a:p>
            <a:pPr>
              <a:spcAft>
                <a:spcPts val="100"/>
              </a:spcAft>
              <a:defRPr sz="1000">
                <a:solidFill>
                  <a:srgbClr val="7EC68E"/>
                </a:solidFill>
                <a:latin typeface="Consolas"/>
              </a:defRPr>
            </a:pPr>
            <a:r>
              <a:t>RETURN p {.name, .title} AS profilo;</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keys() / values() per ispezionare:</a:t>
            </a:r>
          </a:p>
          <a:p>
            <a:pPr>
              <a:spcAft>
                <a:spcPts val="100"/>
              </a:spcAft>
              <a:defRPr sz="1000">
                <a:solidFill>
                  <a:srgbClr val="7EC68E"/>
                </a:solidFill>
                <a:latin typeface="Consolas"/>
              </a:defRPr>
            </a:pPr>
            <a:r>
              <a:t>RETURN keys({a: 1, b: 2}), values({a: 1, b: 2});</a:t>
            </a:r>
          </a:p>
        </p:txBody>
      </p:sp>
      <p:sp>
        <p:nvSpPr>
          <p:cNvPr id="6" name="TextBox 5"/>
          <p:cNvSpPr txBox="1"/>
          <p:nvPr/>
        </p:nvSpPr>
        <p:spPr>
          <a:xfrm>
            <a:off x="5669280" y="1463040"/>
            <a:ext cx="4846320" cy="3657600"/>
          </a:xfrm>
          <a:prstGeom prst="rect">
            <a:avLst/>
          </a:prstGeom>
          <a:noFill/>
        </p:spPr>
        <p:txBody>
          <a:bodyPr wrap="square">
            <a:spAutoFit/>
          </a:bodyPr>
          <a:lstStyle/>
          <a:p>
            <a:pPr algn="l">
              <a:spcAft>
                <a:spcPts val="500"/>
              </a:spcAft>
              <a:defRPr sz="1200">
                <a:solidFill>
                  <a:srgbClr val="FFFFFF"/>
                </a:solidFill>
                <a:latin typeface="Calibri"/>
              </a:defRPr>
            </a:pPr>
            <a:r>
              <a:t>•  Accesso: mappa.chiave</a:t>
            </a:r>
          </a:p>
          <a:p>
            <a:pPr algn="l">
              <a:spcAft>
                <a:spcPts val="500"/>
              </a:spcAft>
              <a:defRPr sz="1200">
                <a:solidFill>
                  <a:srgbClr val="FFFFFF"/>
                </a:solidFill>
                <a:latin typeface="Calibri"/>
              </a:defRPr>
            </a:pPr>
            <a:r>
              <a:t>•  + unisce: su chiave duplicata vince la destra</a:t>
            </a:r>
          </a:p>
          <a:p>
            <a:pPr algn="l">
              <a:spcAft>
                <a:spcPts val="500"/>
              </a:spcAft>
              <a:defRPr sz="1200">
                <a:solidFill>
                  <a:srgbClr val="FFFFFF"/>
                </a:solidFill>
                <a:latin typeface="Calibri"/>
              </a:defRPr>
            </a:pPr>
            <a:r>
              <a:t>•  p {.name, .title} → sottoinsieme di proprietà</a:t>
            </a:r>
          </a:p>
          <a:p>
            <a:pPr algn="l">
              <a:spcAft>
                <a:spcPts val="500"/>
              </a:spcAft>
              <a:defRPr sz="1200">
                <a:solidFill>
                  <a:srgbClr val="FFFFFF"/>
                </a:solidFill>
                <a:latin typeface="Calibri"/>
              </a:defRPr>
            </a:pPr>
            <a:r>
              <a:t>•  keys() / values() per ispezionare</a:t>
            </a:r>
          </a:p>
          <a:p>
            <a:pPr algn="l">
              <a:spcAft>
                <a:spcPts val="500"/>
              </a:spcAft>
              <a:defRPr sz="1200">
                <a:solidFill>
                  <a:srgbClr val="FFFFFF"/>
                </a:solidFill>
                <a:latin typeface="Calibri"/>
              </a:defRPr>
            </a:pPr>
            <a:r>
              <a:t>•  Mappe annidate: m.profilo.nome</a:t>
            </a:r>
          </a:p>
          <a:p>
            <a:pPr algn="l">
              <a:spcAft>
                <a:spcPts val="500"/>
              </a:spcAft>
              <a:defRPr sz="1200">
                <a:solidFill>
                  <a:srgbClr val="FFFFFF"/>
                </a:solidFill>
                <a:latin typeface="Calibri"/>
              </a:defRPr>
            </a:pPr>
            <a:r>
              <a:t>•  Perfette come parametri ai driver</a:t>
            </a:r>
          </a:p>
          <a:p>
            <a:pPr algn="l">
              <a:spcAft>
                <a:spcPts val="500"/>
              </a:spcAft>
              <a:defRPr sz="1200">
                <a:solidFill>
                  <a:srgbClr val="FFFFFF"/>
                </a:solidFill>
                <a:latin typeface="Calibri"/>
              </a:defRPr>
            </a:pPr>
            <a:r>
              <a:t>•  collect({nome: n.name}) → lista di mappe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Query Tuning: EXPLAIN e PROFILE</a:t>
            </a:r>
          </a:p>
        </p:txBody>
      </p:sp>
      <p:sp>
        <p:nvSpPr>
          <p:cNvPr id="3" name="TextBox 2"/>
          <p:cNvSpPr txBox="1"/>
          <p:nvPr/>
        </p:nvSpPr>
        <p:spPr>
          <a:xfrm>
            <a:off x="731520" y="960120"/>
            <a:ext cx="10515600" cy="457200"/>
          </a:xfrm>
          <a:prstGeom prst="rect">
            <a:avLst/>
          </a:prstGeom>
          <a:noFill/>
        </p:spPr>
        <p:txBody>
          <a:bodyPr wrap="square">
            <a:spAutoFit/>
          </a:bodyPr>
          <a:lstStyle/>
          <a:p>
            <a:pPr algn="l">
              <a:defRPr sz="1400" b="0">
                <a:solidFill>
                  <a:srgbClr val="CCCCCC"/>
                </a:solidFill>
                <a:latin typeface="Calibri"/>
              </a:defRPr>
            </a:pPr>
            <a:r>
              <a:t>Due strumenti per capire COME Neo4j eseguirà la query e dove spreca lavoro.</a:t>
            </a:r>
          </a:p>
        </p:txBody>
      </p:sp>
      <p:sp>
        <p:nvSpPr>
          <p:cNvPr id="4" name="TextBox 3"/>
          <p:cNvSpPr txBox="1"/>
          <p:nvPr/>
        </p:nvSpPr>
        <p:spPr>
          <a:xfrm>
            <a:off x="731520" y="1463040"/>
            <a:ext cx="5029200" cy="3657600"/>
          </a:xfrm>
          <a:prstGeom prst="rect">
            <a:avLst/>
          </a:prstGeom>
          <a:noFill/>
        </p:spPr>
        <p:txBody>
          <a:bodyPr wrap="square">
            <a:spAutoFit/>
          </a:bodyPr>
          <a:lstStyle/>
          <a:p>
            <a:pPr algn="l">
              <a:spcAft>
                <a:spcPts val="300"/>
              </a:spcAft>
              <a:defRPr sz="1200">
                <a:solidFill>
                  <a:srgbClr val="FFFFFF"/>
                </a:solidFill>
                <a:latin typeface="Calibri"/>
              </a:defRPr>
            </a:pPr>
            <a:r>
              <a:t>•  EXPLAIN → piano STIMATO, NON esegue</a:t>
            </a:r>
          </a:p>
          <a:p>
            <a:pPr algn="l">
              <a:spcAft>
                <a:spcPts val="300"/>
              </a:spcAft>
              <a:defRPr sz="1200">
                <a:solidFill>
                  <a:srgbClr val="FFFFFF"/>
                </a:solidFill>
                <a:latin typeface="Calibri"/>
              </a:defRPr>
            </a:pPr>
            <a:r>
              <a:t>•  PROFILE → esegue e misura (dbHits, rows)</a:t>
            </a:r>
          </a:p>
          <a:p>
            <a:pPr algn="l">
              <a:spcAft>
                <a:spcPts val="300"/>
              </a:spcAft>
              <a:defRPr sz="1200">
                <a:solidFill>
                  <a:srgbClr val="FFFFFF"/>
                </a:solidFill>
                <a:latin typeface="Calibri"/>
              </a:defRPr>
            </a:pPr>
            <a:r>
              <a:t>•  dbHits = accessi allo store (basso = bene)</a:t>
            </a:r>
          </a:p>
          <a:p>
            <a:pPr algn="l">
              <a:spcAft>
                <a:spcPts val="300"/>
              </a:spcAft>
              <a:defRPr sz="1200">
                <a:solidFill>
                  <a:srgbClr val="FFFFFF"/>
                </a:solidFill>
                <a:latin typeface="Calibri"/>
              </a:defRPr>
            </a:pPr>
            <a:r>
              <a:t>•  Leggi il piano dal BASSO verso l'alto</a:t>
            </a:r>
          </a:p>
          <a:p>
            <a:pPr algn="l">
              <a:spcAft>
                <a:spcPts val="300"/>
              </a:spcAft>
              <a:defRPr sz="1200">
                <a:solidFill>
                  <a:srgbClr val="FFFFFF"/>
                </a:solidFill>
                <a:latin typeface="Calibri"/>
              </a:defRPr>
            </a:pPr>
            <a:r>
              <a:t>•  NodeIndexSeek → usa un indice (bene)</a:t>
            </a:r>
          </a:p>
          <a:p>
            <a:pPr algn="l">
              <a:spcAft>
                <a:spcPts val="300"/>
              </a:spcAft>
              <a:defRPr sz="1200">
                <a:solidFill>
                  <a:srgbClr val="FFFFFF"/>
                </a:solidFill>
                <a:latin typeface="Calibri"/>
              </a:defRPr>
            </a:pPr>
            <a:r>
              <a:t>•  NodeByLabelScan → legge tutti i nodi della label</a:t>
            </a:r>
          </a:p>
          <a:p>
            <a:pPr algn="l">
              <a:spcAft>
                <a:spcPts val="300"/>
              </a:spcAft>
              <a:defRPr sz="1200">
                <a:solidFill>
                  <a:srgbClr val="FFFFFF"/>
                </a:solidFill>
                <a:latin typeface="Calibri"/>
              </a:defRPr>
            </a:pPr>
            <a:r>
              <a:t>•  AllNodesScan → scansiona tutto il grafo (male)</a:t>
            </a:r>
          </a:p>
          <a:p>
            <a:pPr algn="l">
              <a:spcAft>
                <a:spcPts val="300"/>
              </a:spcAft>
              <a:defRPr sz="1200">
                <a:solidFill>
                  <a:srgbClr val="FFFFFF"/>
                </a:solidFill>
                <a:latin typeface="Calibri"/>
              </a:defRPr>
            </a:pPr>
            <a:r>
              <a:t>•  CartesianProduct → pattern scollegati (male)</a:t>
            </a:r>
          </a:p>
        </p:txBody>
      </p:sp>
      <p:sp>
        <p:nvSpPr>
          <p:cNvPr id="5" name="Rectangle 4"/>
          <p:cNvSpPr/>
          <p:nvPr/>
        </p:nvSpPr>
        <p:spPr>
          <a:xfrm>
            <a:off x="5669280" y="1463040"/>
            <a:ext cx="4846320" cy="365760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779008" y="1536192"/>
            <a:ext cx="4626864" cy="3511296"/>
          </a:xfrm>
          <a:prstGeom prst="rect">
            <a:avLst/>
          </a:prstGeom>
          <a:noFill/>
        </p:spPr>
        <p:txBody>
          <a:bodyPr wrap="square">
            <a:spAutoFit/>
          </a:bodyPr>
          <a:lstStyle/>
          <a:p>
            <a:pPr>
              <a:spcAft>
                <a:spcPts val="100"/>
              </a:spcAft>
              <a:defRPr sz="1000">
                <a:solidFill>
                  <a:srgbClr val="7EC68E"/>
                </a:solidFill>
                <a:latin typeface="Consolas"/>
              </a:defRPr>
            </a:pPr>
            <a:r>
              <a:t>// Piano stimato (non esegue):</a:t>
            </a:r>
          </a:p>
          <a:p>
            <a:pPr>
              <a:spcAft>
                <a:spcPts val="100"/>
              </a:spcAft>
              <a:defRPr sz="1000">
                <a:solidFill>
                  <a:srgbClr val="7EC68E"/>
                </a:solidFill>
                <a:latin typeface="Consolas"/>
              </a:defRPr>
            </a:pPr>
            <a:r>
              <a:t>EXPLAIN</a:t>
            </a:r>
          </a:p>
          <a:p>
            <a:pPr>
              <a:spcAft>
                <a:spcPts val="100"/>
              </a:spcAft>
              <a:defRPr sz="1000">
                <a:solidFill>
                  <a:srgbClr val="7EC68E"/>
                </a:solidFill>
                <a:latin typeface="Consolas"/>
              </a:defRPr>
            </a:pPr>
            <a:r>
              <a:t>MATCH (p:Person)-[:HAS_SKILL]-&gt;(s:Skill)</a:t>
            </a:r>
          </a:p>
          <a:p>
            <a:pPr>
              <a:spcAft>
                <a:spcPts val="100"/>
              </a:spcAft>
              <a:defRPr sz="1000">
                <a:solidFill>
                  <a:srgbClr val="7EC68E"/>
                </a:solidFill>
                <a:latin typeface="Consolas"/>
              </a:defRPr>
            </a:pPr>
            <a:r>
              <a:t>WHERE p.location = "ROMA"</a:t>
            </a:r>
          </a:p>
          <a:p>
            <a:pPr>
              <a:spcAft>
                <a:spcPts val="100"/>
              </a:spcAft>
              <a:defRPr sz="1000">
                <a:solidFill>
                  <a:srgbClr val="7EC68E"/>
                </a:solidFill>
                <a:latin typeface="Consolas"/>
              </a:defRPr>
            </a:pPr>
            <a:r>
              <a:t>RETURN p.name, s.name;</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Esecuzione con metriche reali:</a:t>
            </a:r>
          </a:p>
          <a:p>
            <a:pPr>
              <a:spcAft>
                <a:spcPts val="100"/>
              </a:spcAft>
              <a:defRPr sz="1000">
                <a:solidFill>
                  <a:srgbClr val="7EC68E"/>
                </a:solidFill>
                <a:latin typeface="Consolas"/>
              </a:defRPr>
            </a:pPr>
            <a:r>
              <a:t>PROFILE</a:t>
            </a:r>
          </a:p>
          <a:p>
            <a:pPr>
              <a:spcAft>
                <a:spcPts val="100"/>
              </a:spcAft>
              <a:defRPr sz="1000">
                <a:solidFill>
                  <a:srgbClr val="7EC68E"/>
                </a:solidFill>
                <a:latin typeface="Consolas"/>
              </a:defRPr>
            </a:pPr>
            <a:r>
              <a:t>MATCH (p:Person {location: "ROMA"})</a:t>
            </a:r>
          </a:p>
          <a:p>
            <a:pPr>
              <a:spcAft>
                <a:spcPts val="100"/>
              </a:spcAft>
              <a:defRPr sz="1000">
                <a:solidFill>
                  <a:srgbClr val="7EC68E"/>
                </a:solidFill>
                <a:latin typeface="Consolas"/>
              </a:defRPr>
            </a:pPr>
            <a:r>
              <a:t>  -[:HAS_SKILL]-&gt;(s:Skill)</a:t>
            </a:r>
          </a:p>
          <a:p>
            <a:pPr>
              <a:spcAft>
                <a:spcPts val="100"/>
              </a:spcAft>
              <a:defRPr sz="1000">
                <a:solidFill>
                  <a:srgbClr val="7EC68E"/>
                </a:solidFill>
                <a:latin typeface="Consolas"/>
              </a:defRPr>
            </a:pPr>
            <a:r>
              <a:t>RETURN p.name, s.name;</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PROFILE mostra per ogni operatore:</a:t>
            </a:r>
          </a:p>
          <a:p>
            <a:pPr>
              <a:spcAft>
                <a:spcPts val="100"/>
              </a:spcAft>
              <a:defRPr sz="1000">
                <a:solidFill>
                  <a:srgbClr val="7EC68E"/>
                </a:solidFill>
                <a:latin typeface="Consolas"/>
              </a:defRPr>
            </a:pPr>
            <a:r>
              <a:t>// dbHits, rows, est. rows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Query Tuning: Indici e Parametri</a:t>
            </a:r>
          </a:p>
        </p:txBody>
      </p:sp>
      <p:sp>
        <p:nvSpPr>
          <p:cNvPr id="3" name="TextBox 2"/>
          <p:cNvSpPr txBox="1"/>
          <p:nvPr/>
        </p:nvSpPr>
        <p:spPr>
          <a:xfrm>
            <a:off x="731520" y="960120"/>
            <a:ext cx="10515600" cy="457200"/>
          </a:xfrm>
          <a:prstGeom prst="rect">
            <a:avLst/>
          </a:prstGeom>
          <a:noFill/>
        </p:spPr>
        <p:txBody>
          <a:bodyPr wrap="square">
            <a:spAutoFit/>
          </a:bodyPr>
          <a:lstStyle/>
          <a:p>
            <a:pPr algn="l">
              <a:defRPr sz="1400" b="0">
                <a:solidFill>
                  <a:srgbClr val="CCCCCC"/>
                </a:solidFill>
                <a:latin typeface="Calibri"/>
              </a:defRPr>
            </a:pPr>
            <a:r>
              <a:t>L'indice giusto cambia l'operatore del piano. I parametri rendono le query sicure e cacheabili.</a:t>
            </a:r>
          </a:p>
        </p:txBody>
      </p:sp>
      <p:sp>
        <p:nvSpPr>
          <p:cNvPr id="4" name="Rectangle 3"/>
          <p:cNvSpPr/>
          <p:nvPr/>
        </p:nvSpPr>
        <p:spPr>
          <a:xfrm>
            <a:off x="731520" y="1463040"/>
            <a:ext cx="5029200" cy="365760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536192"/>
            <a:ext cx="4809744" cy="3511296"/>
          </a:xfrm>
          <a:prstGeom prst="rect">
            <a:avLst/>
          </a:prstGeom>
          <a:noFill/>
        </p:spPr>
        <p:txBody>
          <a:bodyPr wrap="square">
            <a:spAutoFit/>
          </a:bodyPr>
          <a:lstStyle/>
          <a:p>
            <a:pPr>
              <a:spcAft>
                <a:spcPts val="100"/>
              </a:spcAft>
              <a:defRPr sz="1000">
                <a:solidFill>
                  <a:srgbClr val="7EC68E"/>
                </a:solidFill>
                <a:latin typeface="Consolas"/>
              </a:defRPr>
            </a:pPr>
            <a:r>
              <a:t>// Indice sulla proprietà filtrata spesso:</a:t>
            </a:r>
          </a:p>
          <a:p>
            <a:pPr>
              <a:spcAft>
                <a:spcPts val="100"/>
              </a:spcAft>
              <a:defRPr sz="1000">
                <a:solidFill>
                  <a:srgbClr val="7EC68E"/>
                </a:solidFill>
                <a:latin typeface="Consolas"/>
              </a:defRPr>
            </a:pPr>
            <a:r>
              <a:t>CREATE INDEX person_location IF NOT EXISTS</a:t>
            </a:r>
          </a:p>
          <a:p>
            <a:pPr>
              <a:spcAft>
                <a:spcPts val="100"/>
              </a:spcAft>
              <a:defRPr sz="1000">
                <a:solidFill>
                  <a:srgbClr val="7EC68E"/>
                </a:solidFill>
                <a:latin typeface="Consolas"/>
              </a:defRPr>
            </a:pPr>
            <a:r>
              <a:t>  FOR (p:Person) ON (p.location);</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Con indice   → NodeIndexSeek (solo i 97 di ROMA)</a:t>
            </a:r>
          </a:p>
          <a:p>
            <a:pPr>
              <a:spcAft>
                <a:spcPts val="100"/>
              </a:spcAft>
              <a:defRPr sz="1000">
                <a:solidFill>
                  <a:srgbClr val="7EC68E"/>
                </a:solidFill>
                <a:latin typeface="Consolas"/>
              </a:defRPr>
            </a:pPr>
            <a:r>
              <a:t>// Senza indice → NodeByLabelScan (legge 238 nodi)</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Verifica gli indici esistenti:</a:t>
            </a:r>
          </a:p>
          <a:p>
            <a:pPr>
              <a:spcAft>
                <a:spcPts val="100"/>
              </a:spcAft>
              <a:defRPr sz="1000">
                <a:solidFill>
                  <a:srgbClr val="7EC68E"/>
                </a:solidFill>
                <a:latin typeface="Consolas"/>
              </a:defRPr>
            </a:pPr>
            <a:r>
              <a:t>SHOW INDEXES;</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Parametri: MAI concatenare stringhe!</a:t>
            </a:r>
          </a:p>
          <a:p>
            <a:pPr>
              <a:spcAft>
                <a:spcPts val="100"/>
              </a:spcAft>
              <a:defRPr sz="1000">
                <a:solidFill>
                  <a:srgbClr val="7EC68E"/>
                </a:solidFill>
                <a:latin typeface="Consolas"/>
              </a:defRPr>
            </a:pPr>
            <a:r>
              <a:t>driver.execute_query(</a:t>
            </a:r>
          </a:p>
          <a:p>
            <a:pPr>
              <a:spcAft>
                <a:spcPts val="100"/>
              </a:spcAft>
              <a:defRPr sz="1000">
                <a:solidFill>
                  <a:srgbClr val="7EC68E"/>
                </a:solidFill>
                <a:latin typeface="Consolas"/>
              </a:defRPr>
            </a:pPr>
            <a:r>
              <a:t>    "MATCH (p:Person {location: $loc}) "</a:t>
            </a:r>
          </a:p>
          <a:p>
            <a:pPr>
              <a:spcAft>
                <a:spcPts val="100"/>
              </a:spcAft>
              <a:defRPr sz="1000">
                <a:solidFill>
                  <a:srgbClr val="7EC68E"/>
                </a:solidFill>
                <a:latin typeface="Consolas"/>
              </a:defRPr>
            </a:pPr>
            <a:r>
              <a:t>    "RETURN p.name",</a:t>
            </a:r>
          </a:p>
          <a:p>
            <a:pPr>
              <a:spcAft>
                <a:spcPts val="100"/>
              </a:spcAft>
              <a:defRPr sz="1000">
                <a:solidFill>
                  <a:srgbClr val="7EC68E"/>
                </a:solidFill>
                <a:latin typeface="Consolas"/>
              </a:defRPr>
            </a:pPr>
            <a:r>
              <a:t>    loc="ROMA")</a:t>
            </a:r>
          </a:p>
        </p:txBody>
      </p:sp>
      <p:sp>
        <p:nvSpPr>
          <p:cNvPr id="6" name="TextBox 5"/>
          <p:cNvSpPr txBox="1"/>
          <p:nvPr/>
        </p:nvSpPr>
        <p:spPr>
          <a:xfrm>
            <a:off x="5669280" y="1463040"/>
            <a:ext cx="4846320" cy="3657600"/>
          </a:xfrm>
          <a:prstGeom prst="rect">
            <a:avLst/>
          </a:prstGeom>
          <a:noFill/>
        </p:spPr>
        <p:txBody>
          <a:bodyPr wrap="square">
            <a:spAutoFit/>
          </a:bodyPr>
          <a:lstStyle/>
          <a:p>
            <a:pPr algn="l">
              <a:spcAft>
                <a:spcPts val="300"/>
              </a:spcAft>
              <a:defRPr sz="1200">
                <a:solidFill>
                  <a:srgbClr val="FFFFFF"/>
                </a:solidFill>
                <a:latin typeface="Calibri"/>
              </a:defRPr>
            </a:pPr>
            <a:r>
              <a:t>•  1. Sicurezza: previene la Cypher Injection</a:t>
            </a:r>
          </a:p>
          <a:p>
            <a:pPr algn="l">
              <a:spcAft>
                <a:spcPts val="300"/>
              </a:spcAft>
              <a:defRPr sz="1200">
                <a:solidFill>
                  <a:srgbClr val="FFFFFF"/>
                </a:solidFill>
                <a:latin typeface="Calibri"/>
              </a:defRPr>
            </a:pPr>
            <a:r>
              <a:t>•  2. Performance: il piano viene cacheato</a:t>
            </a:r>
          </a:p>
          <a:p>
            <a:pPr algn="l">
              <a:spcAft>
                <a:spcPts val="300"/>
              </a:spcAft>
              <a:defRPr sz="1200">
                <a:solidFill>
                  <a:srgbClr val="FFFFFF"/>
                </a:solidFill>
                <a:latin typeface="Calibri"/>
              </a:defRPr>
            </a:pPr>
            <a:r>
              <a:t>•  3. Type safety: il driver converte i tipi</a:t>
            </a:r>
          </a:p>
          <a:p>
            <a:pPr algn="l">
              <a:spcAft>
                <a:spcPts val="300"/>
              </a:spcAft>
              <a:defRPr sz="1200">
                <a:solidFill>
                  <a:srgbClr val="FFFFFF"/>
                </a:solidFill>
                <a:latin typeface="Calibri"/>
              </a:defRPr>
            </a:pPr>
            <a:r>
              <a:t>•  IF NOT EXISTS → CREATE idempotente</a:t>
            </a:r>
          </a:p>
          <a:p>
            <a:pPr algn="l">
              <a:spcAft>
                <a:spcPts val="300"/>
              </a:spcAft>
              <a:defRPr sz="1200">
                <a:solidFill>
                  <a:srgbClr val="FFFFFF"/>
                </a:solidFill>
                <a:latin typeface="Calibri"/>
              </a:defRPr>
            </a:pPr>
            <a:r>
              <a:t>•  Indici: accelerano la LETTURA,</a:t>
            </a:r>
          </a:p>
          <a:p>
            <a:pPr algn="l">
              <a:spcAft>
                <a:spcPts val="300"/>
              </a:spcAft>
              <a:defRPr sz="1200">
                <a:solidFill>
                  <a:srgbClr val="FFFFFF"/>
                </a:solidFill>
                <a:latin typeface="Calibri"/>
              </a:defRPr>
            </a:pPr>
            <a:r>
              <a:t>  rallentano poco la SCRITTURA</a:t>
            </a:r>
          </a:p>
          <a:p>
            <a:pPr algn="l">
              <a:spcAft>
                <a:spcPts val="300"/>
              </a:spcAft>
              <a:defRPr sz="1200">
                <a:solidFill>
                  <a:srgbClr val="FFFFFF"/>
                </a:solidFill>
                <a:latin typeface="Calibri"/>
              </a:defRPr>
            </a:pPr>
            <a:r>
              <a:t>•  L'indice giusto è usato automaticamente</a:t>
            </a:r>
          </a:p>
          <a:p>
            <a:pPr algn="l">
              <a:spcAft>
                <a:spcPts val="300"/>
              </a:spcAft>
              <a:defRPr sz="1200">
                <a:solidFill>
                  <a:srgbClr val="FFFFFF"/>
                </a:solidFill>
                <a:latin typeface="Calibri"/>
              </a:defRPr>
            </a:pPr>
            <a:r>
              <a:t>•  Vedi: SHOW INDEXES, SHOW CONSTRAINTS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APOC: Procedure Standard</a:t>
            </a:r>
          </a:p>
        </p:txBody>
      </p:sp>
      <p:sp>
        <p:nvSpPr>
          <p:cNvPr id="3" name="TextBox 2"/>
          <p:cNvSpPr txBox="1"/>
          <p:nvPr/>
        </p:nvSpPr>
        <p:spPr>
          <a:xfrm>
            <a:off x="731520" y="960120"/>
            <a:ext cx="10515600" cy="457200"/>
          </a:xfrm>
          <a:prstGeom prst="rect">
            <a:avLst/>
          </a:prstGeom>
          <a:noFill/>
        </p:spPr>
        <p:txBody>
          <a:bodyPr wrap="square">
            <a:spAutoFit/>
          </a:bodyPr>
          <a:lstStyle/>
          <a:p>
            <a:pPr algn="l">
              <a:defRPr sz="1400" b="0">
                <a:solidFill>
                  <a:srgbClr val="CCCCCC"/>
                </a:solidFill>
                <a:latin typeface="Calibri"/>
              </a:defRPr>
            </a:pPr>
            <a:r>
              <a:t>Awesome Procedures On Cypher: la libreria ufficiale di Neo4j. Oltre 450 utilità; un sottoinsieme già attivo su AuraDB.</a:t>
            </a:r>
          </a:p>
        </p:txBody>
      </p:sp>
      <p:sp>
        <p:nvSpPr>
          <p:cNvPr id="4" name="TextBox 3"/>
          <p:cNvSpPr txBox="1"/>
          <p:nvPr/>
        </p:nvSpPr>
        <p:spPr>
          <a:xfrm>
            <a:off x="731520" y="1463040"/>
            <a:ext cx="5029200" cy="3657600"/>
          </a:xfrm>
          <a:prstGeom prst="rect">
            <a:avLst/>
          </a:prstGeom>
          <a:noFill/>
        </p:spPr>
        <p:txBody>
          <a:bodyPr wrap="square">
            <a:spAutoFit/>
          </a:bodyPr>
          <a:lstStyle/>
          <a:p>
            <a:pPr algn="l">
              <a:spcAft>
                <a:spcPts val="300"/>
              </a:spcAft>
              <a:defRPr sz="1200">
                <a:solidFill>
                  <a:srgbClr val="FFFFFF"/>
                </a:solidFill>
                <a:latin typeface="Calibri"/>
              </a:defRPr>
            </a:pPr>
            <a:r>
              <a:t>•  APOC Core: ufficialmente supportato</a:t>
            </a:r>
          </a:p>
          <a:p>
            <a:pPr algn="l">
              <a:spcAft>
                <a:spcPts val="300"/>
              </a:spcAft>
              <a:defRPr sz="1200">
                <a:solidFill>
                  <a:srgbClr val="FFFFFF"/>
                </a:solidFill>
                <a:latin typeface="Calibri"/>
              </a:defRPr>
            </a:pPr>
            <a:r>
              <a:t>•  Già preinstallato su AuraDB (sottoinsieme)</a:t>
            </a:r>
          </a:p>
          <a:p>
            <a:pPr algn="l">
              <a:spcAft>
                <a:spcPts val="300"/>
              </a:spcAft>
              <a:defRPr sz="1200">
                <a:solidFill>
                  <a:srgbClr val="FFFFFF"/>
                </a:solidFill>
                <a:latin typeface="Calibri"/>
              </a:defRPr>
            </a:pPr>
            <a:r>
              <a:t>•  apoc.coll.* → liste (zip, flatten, sort)</a:t>
            </a:r>
          </a:p>
          <a:p>
            <a:pPr algn="l">
              <a:spcAft>
                <a:spcPts val="300"/>
              </a:spcAft>
              <a:defRPr sz="1200">
                <a:solidFill>
                  <a:srgbClr val="FFFFFF"/>
                </a:solidFill>
                <a:latin typeface="Calibri"/>
              </a:defRPr>
            </a:pPr>
            <a:r>
              <a:t>•  apoc.text.* → testo (clean, replace)</a:t>
            </a:r>
          </a:p>
          <a:p>
            <a:pPr algn="l">
              <a:spcAft>
                <a:spcPts val="300"/>
              </a:spcAft>
              <a:defRPr sz="1200">
                <a:solidFill>
                  <a:srgbClr val="FFFFFF"/>
                </a:solidFill>
                <a:latin typeface="Calibri"/>
              </a:defRPr>
            </a:pPr>
            <a:r>
              <a:t>•  apoc.convert.* → JSON e conversioni</a:t>
            </a:r>
          </a:p>
          <a:p>
            <a:pPr algn="l">
              <a:spcAft>
                <a:spcPts val="300"/>
              </a:spcAft>
              <a:defRPr sz="1200">
                <a:solidFill>
                  <a:srgbClr val="FFFFFF"/>
                </a:solidFill>
                <a:latin typeface="Calibri"/>
              </a:defRPr>
            </a:pPr>
            <a:r>
              <a:t>•  apoc.load.csv → import CSV</a:t>
            </a:r>
          </a:p>
          <a:p>
            <a:pPr algn="l">
              <a:spcAft>
                <a:spcPts val="300"/>
              </a:spcAft>
              <a:defRPr sz="1200">
                <a:solidFill>
                  <a:srgbClr val="FFFFFF"/>
                </a:solidFill>
                <a:latin typeface="Calibri"/>
              </a:defRPr>
            </a:pPr>
            <a:r>
              <a:t>•  apoc.periodic.iterate → batch di operazioni</a:t>
            </a:r>
          </a:p>
          <a:p>
            <a:pPr algn="l">
              <a:spcAft>
                <a:spcPts val="300"/>
              </a:spcAft>
              <a:defRPr sz="1200">
                <a:solidFill>
                  <a:srgbClr val="FFFFFF"/>
                </a:solidFill>
                <a:latin typeface="Calibri"/>
              </a:defRPr>
            </a:pPr>
            <a:r>
              <a:t>•  Sintassi: CALL apoc.x(...) YIELD ...</a:t>
            </a:r>
          </a:p>
        </p:txBody>
      </p:sp>
      <p:sp>
        <p:nvSpPr>
          <p:cNvPr id="5" name="Rectangle 4"/>
          <p:cNvSpPr/>
          <p:nvPr/>
        </p:nvSpPr>
        <p:spPr>
          <a:xfrm>
            <a:off x="5669280" y="1463040"/>
            <a:ext cx="4846320" cy="365760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779008" y="1536192"/>
            <a:ext cx="4626864" cy="3511296"/>
          </a:xfrm>
          <a:prstGeom prst="rect">
            <a:avLst/>
          </a:prstGeom>
          <a:noFill/>
        </p:spPr>
        <p:txBody>
          <a:bodyPr wrap="square">
            <a:spAutoFit/>
          </a:bodyPr>
          <a:lstStyle/>
          <a:p>
            <a:pPr>
              <a:spcAft>
                <a:spcPts val="100"/>
              </a:spcAft>
              <a:defRPr sz="1000">
                <a:solidFill>
                  <a:srgbClr val="7EC68E"/>
                </a:solidFill>
                <a:latin typeface="Consolas"/>
              </a:defRPr>
            </a:pPr>
            <a:r>
              <a:t>RETURN apoc.version() AS versione;</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RETURN apoc.coll.zip([1,2,3],</a:t>
            </a:r>
          </a:p>
          <a:p>
            <a:pPr>
              <a:spcAft>
                <a:spcPts val="100"/>
              </a:spcAft>
              <a:defRPr sz="1000">
                <a:solidFill>
                  <a:srgbClr val="7EC68E"/>
                </a:solidFill>
                <a:latin typeface="Consolas"/>
              </a:defRPr>
            </a:pPr>
            <a:r>
              <a:t>                     ["a","b","c"]) AS zippato;</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RETURN apoc.text.clean("Cypher Query!")</a:t>
            </a:r>
          </a:p>
          <a:p>
            <a:pPr>
              <a:spcAft>
                <a:spcPts val="100"/>
              </a:spcAft>
              <a:defRPr sz="1000">
                <a:solidFill>
                  <a:srgbClr val="7EC68E"/>
                </a:solidFill>
                <a:latin typeface="Consolas"/>
              </a:defRPr>
            </a:pPr>
            <a:r>
              <a:t>       AS pulito;</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1ª query = produce i dati, 2ª = li trasforma</a:t>
            </a:r>
          </a:p>
          <a:p>
            <a:pPr>
              <a:spcAft>
                <a:spcPts val="100"/>
              </a:spcAft>
              <a:defRPr sz="1000">
                <a:solidFill>
                  <a:srgbClr val="7EC68E"/>
                </a:solidFill>
                <a:latin typeface="Consolas"/>
              </a:defRPr>
            </a:pPr>
            <a:r>
              <a:t>CALL apoc.periodic.iterate(</a:t>
            </a:r>
          </a:p>
          <a:p>
            <a:pPr>
              <a:spcAft>
                <a:spcPts val="100"/>
              </a:spcAft>
              <a:defRPr sz="1000">
                <a:solidFill>
                  <a:srgbClr val="7EC68E"/>
                </a:solidFill>
                <a:latin typeface="Consolas"/>
              </a:defRPr>
            </a:pPr>
            <a:r>
              <a:t>  "MATCH (p:Person) RETURN p",</a:t>
            </a:r>
          </a:p>
          <a:p>
            <a:pPr>
              <a:spcAft>
                <a:spcPts val="100"/>
              </a:spcAft>
              <a:defRPr sz="1000">
                <a:solidFill>
                  <a:srgbClr val="7EC68E"/>
                </a:solidFill>
                <a:latin typeface="Consolas"/>
              </a:defRPr>
            </a:pPr>
            <a:r>
              <a:t>  "SET p.processed = true",</a:t>
            </a:r>
          </a:p>
          <a:p>
            <a:pPr>
              <a:spcAft>
                <a:spcPts val="100"/>
              </a:spcAft>
              <a:defRPr sz="1000">
                <a:solidFill>
                  <a:srgbClr val="7EC68E"/>
                </a:solidFill>
                <a:latin typeface="Consolas"/>
              </a:defRPr>
            </a:pPr>
            <a:r>
              <a:t>  {batchSize: 100})</a:t>
            </a:r>
          </a:p>
          <a:p>
            <a:pPr>
              <a:spcAft>
                <a:spcPts val="100"/>
              </a:spcAft>
              <a:defRPr sz="1000">
                <a:solidFill>
                  <a:srgbClr val="7EC68E"/>
                </a:solidFill>
                <a:latin typeface="Consolas"/>
              </a:defRPr>
            </a:pPr>
            <a:r>
              <a:t>YIELD batch RETURN batch.total;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Esercizi (1/2)</a:t>
            </a:r>
          </a:p>
        </p:txBody>
      </p:sp>
      <p:sp>
        <p:nvSpPr>
          <p:cNvPr id="3" name="TextBox 2"/>
          <p:cNvSpPr txBox="1"/>
          <p:nvPr/>
        </p:nvSpPr>
        <p:spPr>
          <a:xfrm>
            <a:off x="731520" y="914400"/>
            <a:ext cx="10515600" cy="365760"/>
          </a:xfrm>
          <a:prstGeom prst="rect">
            <a:avLst/>
          </a:prstGeom>
          <a:noFill/>
        </p:spPr>
        <p:txBody>
          <a:bodyPr wrap="square">
            <a:spAutoFit/>
          </a:bodyPr>
          <a:lstStyle/>
          <a:p>
            <a:pPr algn="l">
              <a:defRPr sz="1400" b="0">
                <a:solidFill>
                  <a:srgbClr val="CCCCCC"/>
                </a:solidFill>
                <a:latin typeface="Calibri"/>
              </a:defRPr>
            </a:pPr>
            <a:r>
              <a:t>Esercizi sul dataset Org Graph. Le soluzioni complete sono nel notebook della Sessione 2.</a:t>
            </a:r>
          </a:p>
        </p:txBody>
      </p:sp>
      <p:sp>
        <p:nvSpPr>
          <p:cNvPr id="4" name="TextBox 3"/>
          <p:cNvSpPr txBox="1"/>
          <p:nvPr/>
        </p:nvSpPr>
        <p:spPr>
          <a:xfrm>
            <a:off x="731520" y="1371600"/>
            <a:ext cx="5852160" cy="4572000"/>
          </a:xfrm>
          <a:prstGeom prst="rect">
            <a:avLst/>
          </a:prstGeom>
          <a:noFill/>
        </p:spPr>
        <p:txBody>
          <a:bodyPr wrap="square">
            <a:spAutoFit/>
          </a:bodyPr>
          <a:lstStyle/>
          <a:p>
            <a:pPr algn="l">
              <a:spcAft>
                <a:spcPts val="0"/>
              </a:spcAft>
              <a:defRPr sz="1200">
                <a:solidFill>
                  <a:srgbClr val="FFFFFF"/>
                </a:solidFill>
                <a:latin typeface="Calibri"/>
              </a:defRPr>
            </a:pPr>
            <a:r>
              <a:t>•  1. Trova le 5 skill più diffuse tra i dipendenti</a:t>
            </a:r>
          </a:p>
          <a:p>
            <a:pPr algn="l">
              <a:spcAft>
                <a:spcPts val="0"/>
              </a:spcAft>
              <a:defRPr sz="1200">
                <a:solidFill>
                  <a:srgbClr val="FFFFFF"/>
                </a:solidFill>
                <a:latin typeface="Calibri"/>
              </a:defRPr>
            </a:pPr>
            <a:r>
              <a:t>    MATCH (p:Person)-[:HAS_SKILL]-&gt;(s:Skill)</a:t>
            </a:r>
          </a:p>
          <a:p>
            <a:pPr algn="l">
              <a:spcAft>
                <a:spcPts val="0"/>
              </a:spcAft>
              <a:defRPr sz="1200">
                <a:solidFill>
                  <a:srgbClr val="FFFFFF"/>
                </a:solidFill>
                <a:latin typeface="Calibri"/>
              </a:defRPr>
            </a:pPr>
            <a:r>
              <a:t>    RETURN s.name, count(*) ORDER BY count(*) DESC LIMIT 5</a:t>
            </a:r>
          </a:p>
          <a:p>
            <a:pPr algn="l">
              <a:spcAft>
                <a:spcPts val="0"/>
              </a:spcAft>
              <a:defRPr sz="1200">
                <a:solidFill>
                  <a:srgbClr val="FFFFFF"/>
                </a:solidFill>
                <a:latin typeface="Calibri"/>
              </a:defRPr>
            </a:pPr>
            <a:r>
              <a:t>    // OUTPUT atteso: SQL 170 · DB Oracle 162 · PL/SQL 162 ·</a:t>
            </a:r>
          </a:p>
          <a:p>
            <a:pPr algn="l">
              <a:spcAft>
                <a:spcPts val="0"/>
              </a:spcAft>
              <a:defRPr sz="1200">
                <a:solidFill>
                  <a:srgbClr val="FFFFFF"/>
                </a:solidFill>
                <a:latin typeface="Calibri"/>
              </a:defRPr>
            </a:pPr>
          </a:p>
          <a:p>
            <a:pPr algn="l">
              <a:spcAft>
                <a:spcPts val="0"/>
              </a:spcAft>
              <a:defRPr sz="1200">
                <a:solidFill>
                  <a:srgbClr val="FFFFFF"/>
                </a:solidFill>
                <a:latin typeface="Calibri"/>
              </a:defRPr>
            </a:pPr>
            <a:r>
              <a:t>•  2. Per ogni persona conta skill e progetti</a:t>
            </a:r>
          </a:p>
          <a:p>
            <a:pPr algn="l">
              <a:spcAft>
                <a:spcPts val="0"/>
              </a:spcAft>
              <a:defRPr sz="1200">
                <a:solidFill>
                  <a:srgbClr val="FFFFFF"/>
                </a:solidFill>
                <a:latin typeface="Calibri"/>
              </a:defRPr>
            </a:pPr>
            <a:r>
              <a:t>    Suggerimento: due subquery CALL { } (o due MATCH)</a:t>
            </a:r>
          </a:p>
          <a:p>
            <a:pPr algn="l">
              <a:spcAft>
                <a:spcPts val="0"/>
              </a:spcAft>
              <a:defRPr sz="1200">
                <a:solidFill>
                  <a:srgbClr val="FFFFFF"/>
                </a:solidFill>
                <a:latin typeface="Calibri"/>
              </a:defRPr>
            </a:pPr>
          </a:p>
          <a:p>
            <a:pPr algn="l">
              <a:spcAft>
                <a:spcPts val="0"/>
              </a:spcAft>
              <a:defRPr sz="1200">
                <a:solidFill>
                  <a:srgbClr val="FFFFFF"/>
                </a:solidFill>
                <a:latin typeface="Calibri"/>
              </a:defRPr>
            </a:pPr>
            <a:r>
              <a:t>•  3. Trova il cammino minimo tra due impiegati</a:t>
            </a:r>
          </a:p>
          <a:p>
            <a:pPr algn="l">
              <a:spcAft>
                <a:spcPts val="0"/>
              </a:spcAft>
              <a:defRPr sz="1200">
                <a:solidFill>
                  <a:srgbClr val="FFFFFF"/>
                </a:solidFill>
                <a:latin typeface="Calibri"/>
              </a:defRPr>
            </a:pPr>
            <a:r>
              <a:t>    shortestPath((a)-[:WORKED_ON*]-(b))</a:t>
            </a:r>
          </a:p>
          <a:p>
            <a:pPr algn="l">
              <a:spcAft>
                <a:spcPts val="0"/>
              </a:spcAft>
              <a:defRPr sz="1200">
                <a:solidFill>
                  <a:srgbClr val="FFFFFF"/>
                </a:solidFill>
                <a:latin typeface="Calibri"/>
              </a:defRPr>
            </a:pPr>
          </a:p>
          <a:p>
            <a:pPr algn="l">
              <a:spcAft>
                <a:spcPts val="0"/>
              </a:spcAft>
              <a:defRPr sz="1200">
                <a:solidFill>
                  <a:srgbClr val="FFFFFF"/>
                </a:solidFill>
                <a:latin typeface="Calibri"/>
              </a:defRPr>
            </a:pPr>
            <a:r>
              <a:t>•  4. Coppie di impiegati che condividono almeno 3 skill</a:t>
            </a:r>
          </a:p>
          <a:p>
            <a:pPr algn="l">
              <a:spcAft>
                <a:spcPts val="0"/>
              </a:spcAft>
              <a:defRPr sz="1200">
                <a:solidFill>
                  <a:srgbClr val="FFFFFF"/>
                </a:solidFill>
                <a:latin typeface="Calibri"/>
              </a:defRPr>
            </a:pPr>
            <a:r>
              <a:t>    MATCH (p1)-[:HAS_SKILL]-&gt;(s)&lt;-[:HAS_SKILL]-(p2)</a:t>
            </a:r>
          </a:p>
          <a:p>
            <a:pPr algn="l">
              <a:spcAft>
                <a:spcPts val="0"/>
              </a:spcAft>
              <a:defRPr sz="1200">
                <a:solidFill>
                  <a:srgbClr val="FFFFFF"/>
                </a:solidFill>
                <a:latin typeface="Calibri"/>
              </a:defRPr>
            </a:pPr>
            <a:r>
              <a:t>    WITH ..., collect(s.name) AS comuni</a:t>
            </a:r>
          </a:p>
          <a:p>
            <a:pPr algn="l">
              <a:spcAft>
                <a:spcPts val="0"/>
              </a:spcAft>
              <a:defRPr sz="1200">
                <a:solidFill>
                  <a:srgbClr val="FFFFFF"/>
                </a:solidFill>
                <a:latin typeface="Calibri"/>
              </a:defRPr>
            </a:pPr>
            <a:r>
              <a:t>    WHERE size(comuni) &gt;= 3</a:t>
            </a:r>
          </a:p>
        </p:txBody>
      </p:sp>
      <p:sp>
        <p:nvSpPr>
          <p:cNvPr id="5" name="TextBox 4"/>
          <p:cNvSpPr txBox="1"/>
          <p:nvPr/>
        </p:nvSpPr>
        <p:spPr>
          <a:xfrm>
            <a:off x="6035040" y="1371600"/>
            <a:ext cx="4754880" cy="4572000"/>
          </a:xfrm>
          <a:prstGeom prst="rect">
            <a:avLst/>
          </a:prstGeom>
          <a:noFill/>
        </p:spPr>
        <p:txBody>
          <a:bodyPr wrap="square">
            <a:spAutoFit/>
          </a:bodyPr>
          <a:lstStyle/>
          <a:p>
            <a:pPr algn="l">
              <a:defRPr sz="1200" b="0">
                <a:solidFill>
                  <a:srgbClr val="CCCCCC"/>
                </a:solidFill>
                <a:latin typeface="Calibri"/>
              </a:defRPr>
            </a:pPr>
            <a:r>
              <a:t>Obiettivi:</a:t>
            </a:r>
            <a:br/>
            <a:br/>
            <a:r>
              <a:t>1. Aggregare con count + ORDER BY</a:t>
            </a:r>
            <a:br/>
            <a:r>
              <a:t>2. Subquery correlate per conteggi</a:t>
            </a:r>
            <a:br/>
            <a:r>
              <a:t>3. shortestPath e path variables</a:t>
            </a:r>
            <a:br/>
            <a:r>
              <a:t>4. Pattern multi-hop + filtro su lista</a:t>
            </a:r>
            <a:br/>
            <a:br/>
            <a:r>
              <a:t>Proprietà del modello:</a:t>
            </a:r>
            <a:br/>
            <a:r>
              <a:t>  Person: employee_id, name,</a:t>
            </a:r>
            <a:br/>
            <a:r>
              <a:t>          location, title, department</a:t>
            </a:r>
            <a:br/>
            <a:r>
              <a:t>  Skill: name · Project: name</a:t>
            </a:r>
            <a:br/>
            <a:r>
              <a:t>  HAS_SKILL.proficiency</a:t>
            </a:r>
            <a:br/>
            <a:r>
              <a:t>  WORKED_ON.role</a:t>
            </a:r>
            <a:br/>
            <a:r>
              <a:t>  REPORTS_TO (Person → Supervisor)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Esercizi (2/2)</a:t>
            </a:r>
          </a:p>
        </p:txBody>
      </p:sp>
      <p:sp>
        <p:nvSpPr>
          <p:cNvPr id="3" name="TextBox 2"/>
          <p:cNvSpPr txBox="1"/>
          <p:nvPr/>
        </p:nvSpPr>
        <p:spPr>
          <a:xfrm>
            <a:off x="731520" y="1097280"/>
            <a:ext cx="5852160" cy="4572000"/>
          </a:xfrm>
          <a:prstGeom prst="rect">
            <a:avLst/>
          </a:prstGeom>
          <a:noFill/>
        </p:spPr>
        <p:txBody>
          <a:bodyPr wrap="square">
            <a:spAutoFit/>
          </a:bodyPr>
          <a:lstStyle/>
          <a:p>
            <a:pPr algn="l">
              <a:spcAft>
                <a:spcPts val="0"/>
              </a:spcAft>
              <a:defRPr sz="1200">
                <a:solidFill>
                  <a:srgbClr val="FFFFFF"/>
                </a:solidFill>
                <a:latin typeface="Calibri"/>
              </a:defRPr>
            </a:pPr>
            <a:r>
              <a:t>•  5. Quante persone riportano a ciascun supervisor?</a:t>
            </a:r>
          </a:p>
          <a:p>
            <a:pPr algn="l">
              <a:spcAft>
                <a:spcPts val="0"/>
              </a:spcAft>
              <a:defRPr sz="1200">
                <a:solidFill>
                  <a:srgbClr val="FFFFFF"/>
                </a:solidFill>
                <a:latin typeface="Calibri"/>
              </a:defRPr>
            </a:pPr>
            <a:r>
              <a:t>    MATCH (p:Person)-[:REPORTS_TO]-&gt;(s:Supervisor)</a:t>
            </a:r>
          </a:p>
          <a:p>
            <a:pPr algn="l">
              <a:spcAft>
                <a:spcPts val="0"/>
              </a:spcAft>
              <a:defRPr sz="1200">
                <a:solidFill>
                  <a:srgbClr val="FFFFFF"/>
                </a:solidFill>
                <a:latin typeface="Calibri"/>
              </a:defRPr>
            </a:pPr>
            <a:r>
              <a:t>    RETURN s.name, count(*) ORDER BY count(*) DESC</a:t>
            </a:r>
          </a:p>
          <a:p>
            <a:pPr algn="l">
              <a:spcAft>
                <a:spcPts val="0"/>
              </a:spcAft>
              <a:defRPr sz="1200">
                <a:solidFill>
                  <a:srgbClr val="FFFFFF"/>
                </a:solidFill>
                <a:latin typeface="Calibri"/>
              </a:defRPr>
            </a:pPr>
          </a:p>
          <a:p>
            <a:pPr algn="l">
              <a:spcAft>
                <a:spcPts val="0"/>
              </a:spcAft>
              <a:defRPr sz="1200">
                <a:solidFill>
                  <a:srgbClr val="FFFFFF"/>
                </a:solidFill>
                <a:latin typeface="Calibri"/>
              </a:defRPr>
            </a:pPr>
            <a:r>
              <a:t>•  6. Paginazione: mostra le persone 11–20 in ordine alfabetico</a:t>
            </a:r>
          </a:p>
          <a:p>
            <a:pPr algn="l">
              <a:spcAft>
                <a:spcPts val="0"/>
              </a:spcAft>
              <a:defRPr sz="1200">
                <a:solidFill>
                  <a:srgbClr val="FFFFFF"/>
                </a:solidFill>
                <a:latin typeface="Calibri"/>
              </a:defRPr>
            </a:pPr>
            <a:r>
              <a:t>    ORDER BY p.name SKIP 10 LIMIT 10</a:t>
            </a:r>
          </a:p>
          <a:p>
            <a:pPr algn="l">
              <a:spcAft>
                <a:spcPts val="0"/>
              </a:spcAft>
              <a:defRPr sz="1200">
                <a:solidFill>
                  <a:srgbClr val="FFFFFF"/>
                </a:solidFill>
                <a:latin typeface="Calibri"/>
              </a:defRPr>
            </a:pPr>
          </a:p>
          <a:p>
            <a:pPr algn="l">
              <a:spcAft>
                <a:spcPts val="0"/>
              </a:spcAft>
              <a:defRPr sz="1200">
                <a:solidFill>
                  <a:srgbClr val="FFFFFF"/>
                </a:solidFill>
                <a:latin typeface="Calibri"/>
              </a:defRPr>
            </a:pPr>
            <a:r>
              <a:t>•  7. (Avanzato) Media proficiency per skill, solo con ≥ 5 persone</a:t>
            </a:r>
          </a:p>
          <a:p>
            <a:pPr algn="l">
              <a:spcAft>
                <a:spcPts val="0"/>
              </a:spcAft>
              <a:defRPr sz="1200">
                <a:solidFill>
                  <a:srgbClr val="FFFFFF"/>
                </a:solidFill>
                <a:latin typeface="Calibri"/>
              </a:defRPr>
            </a:pPr>
            <a:r>
              <a:t>    Non esiste HAVING: usa WITH + WHERE count(*) &gt;= 5</a:t>
            </a:r>
          </a:p>
          <a:p>
            <a:pPr algn="l">
              <a:spcAft>
                <a:spcPts val="0"/>
              </a:spcAft>
              <a:defRPr sz="1200">
                <a:solidFill>
                  <a:srgbClr val="FFFFFF"/>
                </a:solidFill>
                <a:latin typeface="Calibri"/>
              </a:defRPr>
            </a:pPr>
          </a:p>
          <a:p>
            <a:pPr algn="l">
              <a:spcAft>
                <a:spcPts val="0"/>
              </a:spcAft>
              <a:defRPr sz="1200">
                <a:solidFill>
                  <a:srgbClr val="FFFFFF"/>
                </a:solidFill>
                <a:latin typeface="Calibri"/>
              </a:defRPr>
            </a:pPr>
            <a:r>
              <a:t>•  8. (Avanzato) PROFILE della query delle skill condivise</a:t>
            </a:r>
          </a:p>
          <a:p>
            <a:pPr algn="l">
              <a:spcAft>
                <a:spcPts val="0"/>
              </a:spcAft>
              <a:defRPr sz="1200">
                <a:solidFill>
                  <a:srgbClr val="FFFFFF"/>
                </a:solidFill>
                <a:latin typeface="Calibri"/>
              </a:defRPr>
            </a:pPr>
            <a:r>
              <a:t>    Cerca operatori inefficienti nel piano (es. NodeByLabelScan)</a:t>
            </a:r>
          </a:p>
        </p:txBody>
      </p:sp>
      <p:sp>
        <p:nvSpPr>
          <p:cNvPr id="4" name="TextBox 3"/>
          <p:cNvSpPr txBox="1"/>
          <p:nvPr/>
        </p:nvSpPr>
        <p:spPr>
          <a:xfrm>
            <a:off x="6035040" y="1097280"/>
            <a:ext cx="4754880" cy="4572000"/>
          </a:xfrm>
          <a:prstGeom prst="rect">
            <a:avLst/>
          </a:prstGeom>
          <a:noFill/>
        </p:spPr>
        <p:txBody>
          <a:bodyPr wrap="square">
            <a:spAutoFit/>
          </a:bodyPr>
          <a:lstStyle/>
          <a:p>
            <a:pPr algn="l">
              <a:defRPr sz="1200" b="0">
                <a:solidFill>
                  <a:srgbClr val="CCCCCC"/>
                </a:solidFill>
                <a:latin typeface="Calibri"/>
              </a:defRPr>
            </a:pPr>
            <a:r>
              <a:t>Suggerimenti:</a:t>
            </a:r>
            <a:br/>
            <a:br/>
            <a:r>
              <a:t>5. GROUP BY implicito: s.name è la chiave</a:t>
            </a:r>
            <a:br/>
            <a:r>
              <a:t>6. SKIP (pagina-1)*n, LIMIT n</a:t>
            </a:r>
            <a:br/>
            <a:r>
              <a:t>7. Filtra DOPO l'aggregazione con WITH</a:t>
            </a:r>
            <a:br/>
            <a:r>
              <a:t>   WITH s, avg(...) AS media</a:t>
            </a:r>
            <a:br/>
            <a:r>
              <a:t>   WHERE count(*) &gt;= 5</a:t>
            </a:r>
            <a:br/>
            <a:r>
              <a:t>8. Usa il driver o Neo4j Browser:</a:t>
            </a:r>
            <a:br/>
            <a:r>
              <a:t>   PROFILE MATCH ...</a:t>
            </a:r>
            <a:br/>
            <a:br/>
            <a:r>
              <a:t>Risorse utili:</a:t>
            </a:r>
            <a:br/>
            <a:r>
              <a:t>  Cypher Manual — neo4j.com/docs/</a:t>
            </a:r>
            <a:br/>
            <a:r>
              <a:t>  cypher-manual/current/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Punti Chiave</a:t>
            </a:r>
          </a:p>
        </p:txBody>
      </p:sp>
      <p:sp>
        <p:nvSpPr>
          <p:cNvPr id="3" name="TextBox 2"/>
          <p:cNvSpPr txBox="1"/>
          <p:nvPr/>
        </p:nvSpPr>
        <p:spPr>
          <a:xfrm>
            <a:off x="731520" y="1005840"/>
            <a:ext cx="10515600" cy="4937760"/>
          </a:xfrm>
          <a:prstGeom prst="rect">
            <a:avLst/>
          </a:prstGeom>
          <a:noFill/>
        </p:spPr>
        <p:txBody>
          <a:bodyPr wrap="square">
            <a:spAutoFit/>
          </a:bodyPr>
          <a:lstStyle/>
          <a:p>
            <a:pPr algn="l">
              <a:spcAft>
                <a:spcPts val="600"/>
              </a:spcAft>
              <a:defRPr sz="1400">
                <a:solidFill>
                  <a:srgbClr val="FFFFFF"/>
                </a:solidFill>
                <a:latin typeface="Calibri"/>
              </a:defRPr>
            </a:pPr>
            <a:r>
              <a:t>•  I pattern MATCH descrivono FORME: il database trova il percorso, non serve scriverlo</a:t>
            </a:r>
          </a:p>
          <a:p>
            <a:pPr algn="l">
              <a:spcAft>
                <a:spcPts val="600"/>
              </a:spcAft>
              <a:defRPr sz="1400">
                <a:solidFill>
                  <a:srgbClr val="FFFFFF"/>
                </a:solidFill>
                <a:latin typeface="Calibri"/>
              </a:defRPr>
            </a:pPr>
            <a:r>
              <a:t>•  Path variables + *min..max esprimono profondità senza JOIN (es. -[:WORKED_ON*1..3]-)</a:t>
            </a:r>
          </a:p>
          <a:p>
            <a:pPr algn="l">
              <a:spcAft>
                <a:spcPts val="600"/>
              </a:spcAft>
              <a:defRPr sz="1400">
                <a:solidFill>
                  <a:srgbClr val="FFFFFF"/>
                </a:solidFill>
                <a:latin typeface="Calibri"/>
              </a:defRPr>
            </a:pPr>
            <a:r>
              <a:t>•  shortestPath = ricerca in ampiezza sugli HOP (non sui pesi: per i pesi serve GDS)</a:t>
            </a:r>
          </a:p>
          <a:p>
            <a:pPr algn="l">
              <a:spcAft>
                <a:spcPts val="600"/>
              </a:spcAft>
              <a:defRPr sz="1400">
                <a:solidFill>
                  <a:srgbClr val="FFFFFF"/>
                </a:solidFill>
                <a:latin typeface="Calibri"/>
              </a:defRPr>
            </a:pPr>
            <a:r>
              <a:t>•  MERGE è idempotente — preferiscilo a CREATE per caricamenti ripetuti</a:t>
            </a:r>
          </a:p>
          <a:p>
            <a:pPr algn="l">
              <a:spcAft>
                <a:spcPts val="600"/>
              </a:spcAft>
              <a:defRPr sz="1400">
                <a:solidFill>
                  <a:srgbClr val="FFFFFF"/>
                </a:solidFill>
                <a:latin typeface="Calibri"/>
              </a:defRPr>
            </a:pPr>
            <a:r>
              <a:t>•  WHERE supporta AND/OR/IN/CONTAINS/STARTS WITH e IS NULL per filtri espressivi</a:t>
            </a:r>
          </a:p>
          <a:p>
            <a:pPr algn="l">
              <a:spcAft>
                <a:spcPts val="600"/>
              </a:spcAft>
              <a:defRPr sz="1400">
                <a:solidFill>
                  <a:srgbClr val="FFFFFF"/>
                </a:solidFill>
                <a:latin typeface="Calibri"/>
              </a:defRPr>
            </a:pPr>
            <a:r>
              <a:t>•  Le aggregazioni non hanno GROUP BY: le colonne non aggregate sono la chiave</a:t>
            </a:r>
          </a:p>
          <a:p>
            <a:pPr algn="l">
              <a:spcAft>
                <a:spcPts val="600"/>
              </a:spcAft>
              <a:defRPr sz="1400">
                <a:solidFill>
                  <a:srgbClr val="FFFFFF"/>
                </a:solidFill>
                <a:latin typeface="Calibri"/>
              </a:defRPr>
            </a:pPr>
            <a:r>
              <a:t>•  CALL { } per subquery correlate e UNION con post-processing (5.23+: CALL (p) { })</a:t>
            </a:r>
          </a:p>
          <a:p>
            <a:pPr algn="l">
              <a:spcAft>
                <a:spcPts val="600"/>
              </a:spcAft>
              <a:defRPr sz="1400">
                <a:solidFill>
                  <a:srgbClr val="FFFFFF"/>
                </a:solidFill>
                <a:latin typeface="Calibri"/>
              </a:defRPr>
            </a:pPr>
            <a:r>
              <a:t>•  PROFILE mostra gli operatori: cerca NodeIndexSeek, evita AllNodesScan</a:t>
            </a:r>
          </a:p>
          <a:p>
            <a:pPr algn="l">
              <a:spcAft>
                <a:spcPts val="600"/>
              </a:spcAft>
              <a:defRPr sz="1400">
                <a:solidFill>
                  <a:srgbClr val="FFFFFF"/>
                </a:solidFill>
                <a:latin typeface="Calibri"/>
              </a:defRPr>
            </a:pPr>
            <a:r>
              <a:t>•  Usa i parametri ($loc) e mai la concatenazione di stringhe</a:t>
            </a:r>
          </a:p>
          <a:p>
            <a:pPr algn="l">
              <a:spcAft>
                <a:spcPts val="600"/>
              </a:spcAft>
              <a:defRPr sz="1400">
                <a:solidFill>
                  <a:srgbClr val="FFFFFF"/>
                </a:solidFill>
                <a:latin typeface="Calibri"/>
              </a:defRPr>
            </a:pPr>
            <a:r>
              <a:t>•  APOC estende Cypher con centinaia di utilità, già disponibili su AuraDB</a:t>
            </a:r>
          </a:p>
        </p:txBody>
      </p:sp>
      <p:sp>
        <p:nvSpPr>
          <p:cNvPr id="4" name="Rectangle 3"/>
          <p:cNvSpPr/>
          <p:nvPr/>
        </p:nvSpPr>
        <p:spPr>
          <a:xfrm>
            <a:off x="731520" y="594360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217920"/>
            <a:ext cx="10515600" cy="365760"/>
          </a:xfrm>
          <a:prstGeom prst="rect">
            <a:avLst/>
          </a:prstGeom>
          <a:noFill/>
        </p:spPr>
        <p:txBody>
          <a:bodyPr wrap="square">
            <a:spAutoFit/>
          </a:bodyPr>
          <a:lstStyle/>
          <a:p>
            <a:pPr algn="l">
              <a:defRPr sz="1100" b="0">
                <a:solidFill>
                  <a:srgbClr val="F0C040"/>
                </a:solidFill>
                <a:latin typeface="Calibri"/>
              </a:defRPr>
            </a:pPr>
            <a:r>
              <a:t>Riferimenti: Cypher Manual (neo4j.com/docs/cypher-manual/current/) · APOC (neo4j.com/docs/apoc/current/)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Rectangle 1"/>
          <p:cNvSpPr/>
          <p:nvPr/>
        </p:nvSpPr>
        <p:spPr>
          <a:xfrm>
            <a:off x="731520" y="237744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731520"/>
            <a:ext cx="10058400" cy="1097280"/>
          </a:xfrm>
          <a:prstGeom prst="rect">
            <a:avLst/>
          </a:prstGeom>
          <a:noFill/>
        </p:spPr>
        <p:txBody>
          <a:bodyPr wrap="square">
            <a:spAutoFit/>
          </a:bodyPr>
          <a:lstStyle/>
          <a:p>
            <a:pPr algn="ctr">
              <a:defRPr sz="4200" b="1">
                <a:solidFill>
                  <a:srgbClr val="F0C040"/>
                </a:solidFill>
                <a:latin typeface="Calibri"/>
              </a:defRPr>
            </a:pPr>
            <a:r>
              <a:t>Alla prossima!</a:t>
            </a:r>
          </a:p>
        </p:txBody>
      </p:sp>
      <p:sp>
        <p:nvSpPr>
          <p:cNvPr id="4" name="TextBox 3"/>
          <p:cNvSpPr txBox="1"/>
          <p:nvPr/>
        </p:nvSpPr>
        <p:spPr>
          <a:xfrm>
            <a:off x="914400" y="2651760"/>
            <a:ext cx="10058400" cy="548640"/>
          </a:xfrm>
          <a:prstGeom prst="rect">
            <a:avLst/>
          </a:prstGeom>
          <a:noFill/>
        </p:spPr>
        <p:txBody>
          <a:bodyPr wrap="square">
            <a:spAutoFit/>
          </a:bodyPr>
          <a:lstStyle/>
          <a:p>
            <a:pPr algn="ctr">
              <a:defRPr sz="2400" b="0">
                <a:solidFill>
                  <a:srgbClr val="FFFFFF"/>
                </a:solidFill>
                <a:latin typeface="Calibri"/>
              </a:defRPr>
            </a:pPr>
            <a:r>
              <a:t>Sessione 3: Data Modeling &amp; Import</a:t>
            </a:r>
          </a:p>
        </p:txBody>
      </p:sp>
      <p:sp>
        <p:nvSpPr>
          <p:cNvPr id="5" name="TextBox 4"/>
          <p:cNvSpPr txBox="1"/>
          <p:nvPr/>
        </p:nvSpPr>
        <p:spPr>
          <a:xfrm>
            <a:off x="2286000" y="3566160"/>
            <a:ext cx="8229600" cy="2286000"/>
          </a:xfrm>
          <a:prstGeom prst="rect">
            <a:avLst/>
          </a:prstGeom>
          <a:noFill/>
        </p:spPr>
        <p:txBody>
          <a:bodyPr wrap="square">
            <a:spAutoFit/>
          </a:bodyPr>
          <a:lstStyle/>
          <a:p>
            <a:pPr algn="l">
              <a:spcAft>
                <a:spcPts val="1200"/>
              </a:spcAft>
              <a:defRPr sz="1400">
                <a:solidFill>
                  <a:srgbClr val="CCCCCC"/>
                </a:solidFill>
                <a:latin typeface="Calibri"/>
              </a:defRPr>
            </a:pPr>
            <a:r>
              <a:t>•  Pattern di modellazione: fan-out, hyperedge</a:t>
            </a:r>
          </a:p>
          <a:p>
            <a:pPr algn="l">
              <a:spcAft>
                <a:spcPts val="1200"/>
              </a:spcAft>
              <a:defRPr sz="1400">
                <a:solidFill>
                  <a:srgbClr val="CCCCCC"/>
                </a:solidFill>
                <a:latin typeface="Calibri"/>
              </a:defRPr>
            </a:pPr>
            <a:r>
              <a:t>•  Da relazione a grafo: mappatura tabella → nodi/relazioni</a:t>
            </a:r>
          </a:p>
          <a:p>
            <a:pPr algn="l">
              <a:spcAft>
                <a:spcPts val="1200"/>
              </a:spcAft>
              <a:defRPr sz="1400">
                <a:solidFill>
                  <a:srgbClr val="CCCCCC"/>
                </a:solidFill>
                <a:latin typeface="Calibri"/>
              </a:defRPr>
            </a:pPr>
            <a:r>
              <a:t>•  Antipattern: supernodi, abuso di proprietà</a:t>
            </a:r>
          </a:p>
          <a:p>
            <a:pPr algn="l">
              <a:spcAft>
                <a:spcPts val="1200"/>
              </a:spcAft>
              <a:defRPr sz="1400">
                <a:solidFill>
                  <a:srgbClr val="CCCCCC"/>
                </a:solidFill>
                <a:latin typeface="Calibri"/>
              </a:defRPr>
            </a:pPr>
            <a:r>
              <a:t>•  Constraints e indici (UNIQUE, RANGE, TEXT)</a:t>
            </a:r>
          </a:p>
          <a:p>
            <a:pPr algn="l">
              <a:spcAft>
                <a:spcPts val="1200"/>
              </a:spcAft>
              <a:defRPr sz="1400">
                <a:solidFill>
                  <a:srgbClr val="CCCCCC"/>
                </a:solidFill>
                <a:latin typeface="Calibri"/>
              </a:defRPr>
            </a:pPr>
            <a:r>
              <a:t>•  LOAD CSV e strumenti di import</a:t>
            </a:r>
          </a:p>
          <a:p>
            <a:pPr algn="l">
              <a:spcAft>
                <a:spcPts val="1200"/>
              </a:spcAft>
              <a:defRPr sz="1400">
                <a:solidFill>
                  <a:srgbClr val="CCCCCC"/>
                </a:solidFill>
                <a:latin typeface="Calibri"/>
              </a:defRPr>
            </a:pPr>
            <a:r>
              <a:t>•  Refactoring Org Graph con nuove labels</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ptIjPmYduDEihDAvnsmSINQ"/>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pMCiS0.yx0EOD8F1j3NQrHQ"/>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pzz079BM2o06hslZIU5JQRQ"/>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1_AWS Summit">
  <a:themeElements>
    <a:clrScheme name="Summits 2023">
      <a:dk1>
        <a:sysClr val="windowText" lastClr="000000"/>
      </a:dk1>
      <a:lt1>
        <a:sysClr val="window" lastClr="FFFFFF"/>
      </a:lt1>
      <a:dk2>
        <a:srgbClr val="000036"/>
      </a:dk2>
      <a:lt2>
        <a:srgbClr val="F2F4F4"/>
      </a:lt2>
      <a:accent1>
        <a:srgbClr val="289EFF"/>
      </a:accent1>
      <a:accent2>
        <a:srgbClr val="0D9F91"/>
      </a:accent2>
      <a:accent3>
        <a:srgbClr val="7E4FF3"/>
      </a:accent3>
      <a:accent4>
        <a:srgbClr val="DB2BB6"/>
      </a:accent4>
      <a:accent5>
        <a:srgbClr val="3B3BA8"/>
      </a:accent5>
      <a:accent6>
        <a:srgbClr val="FFAE00"/>
      </a:accent6>
      <a:hlink>
        <a:srgbClr val="289EFF"/>
      </a:hlink>
      <a:folHlink>
        <a:srgbClr val="289EFF"/>
      </a:folHlink>
    </a:clrScheme>
    <a:fontScheme name="Ember Display Heavy Normal">
      <a:majorFont>
        <a:latin typeface="Amazon Ember Display Heavy"/>
        <a:ea typeface=""/>
        <a:cs typeface=""/>
      </a:majorFont>
      <a:minorFont>
        <a:latin typeface="Amazon Ember Display"/>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5"/>
        </a:solidFill>
        <a:ln>
          <a:noFill/>
        </a:ln>
      </a:spPr>
      <a:bodyPr rtlCol="0" anchor="ctr"/>
      <a:lstStyle>
        <a:defPPr algn="ctr">
          <a:defRPr dirty="0" err="1" smtClean="0"/>
        </a:defPPr>
      </a:lstStyle>
      <a:style>
        <a:lnRef idx="2">
          <a:schemeClr val="accent1">
            <a:shade val="50000"/>
          </a:schemeClr>
        </a:lnRef>
        <a:fillRef idx="1">
          <a:schemeClr val="accent1"/>
        </a:fillRef>
        <a:effectRef idx="0">
          <a:schemeClr val="accent1"/>
        </a:effectRef>
        <a:fontRef idx="minor">
          <a:schemeClr val="lt1"/>
        </a:fontRef>
      </a:style>
    </a:spDef>
    <a:lnDef>
      <a:spPr>
        <a:ln w="19050" cap="rnd">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rIns="0" rtlCol="0">
        <a:spAutoFit/>
      </a:bodyPr>
      <a:lstStyle>
        <a:defPPr algn="ctr">
          <a:defRPr dirty="0" err="1" smtClean="0"/>
        </a:defPPr>
      </a:lstStyle>
    </a:txDef>
  </a:objectDefaults>
  <a:extraClrSchemeLst/>
  <a:extLst>
    <a:ext uri="{05A4C25C-085E-4340-85A3-A5531E510DB2}">
      <thm15:themeFamily xmlns:thm15="http://schemas.microsoft.com/office/thememl/2012/main" name="Summits2023_Template_E5_20221104.potx" id="{A56BE9F4-D30D-4077-9DE6-56BC56D8BE09}" vid="{A27EAEEB-49CB-4ED0-B294-A2D0142F5203}"/>
    </a:ext>
  </a:extLst>
</a:theme>
</file>

<file path=docMetadata/LabelInfo.xml><?xml version="1.0" encoding="utf-8"?>
<clbl:labelList xmlns:clbl="http://schemas.microsoft.com/office/2020/mipLabelMetadata">
  <clbl:label id="{bb5d96ea-ab39-44a0-a6d6-b6f0aac5958b}" enabled="1" method="Privileged" siteId="{76a2ae5a-9f00-4f6b-95ed-5d33d77c4d61}" contentBits="0" removed="0"/>
</clbl:labelList>
</file>

<file path=docProps/app.xml><?xml version="1.0" encoding="utf-8"?>
<Properties xmlns="http://schemas.openxmlformats.org/officeDocument/2006/extended-properties" xmlns:vt="http://schemas.openxmlformats.org/officeDocument/2006/docPropsVTypes">
  <TotalTime>2</TotalTime>
  <Words>0</Words>
  <Application>Microsoft Office PowerPoint</Application>
  <PresentationFormat>Widescreen</PresentationFormat>
  <Paragraphs>0</Paragraphs>
  <Slides>1</Slides>
  <Notes>0</Notes>
  <HiddenSlides>0</HiddenSlides>
  <MMClips>0</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1</vt:i4>
      </vt:variant>
    </vt:vector>
  </HeadingPairs>
  <TitlesOfParts>
    <vt:vector size="8" baseType="lpstr">
      <vt:lpstr>Amazon Ember Display</vt:lpstr>
      <vt:lpstr>Arial</vt:lpstr>
      <vt:lpstr>Helvetica Light</vt:lpstr>
      <vt:lpstr>Ubuntu</vt:lpstr>
      <vt:lpstr>Wingdings</vt:lpstr>
      <vt:lpstr>1_AWS Summit</vt:lpstr>
      <vt:lpstr>think-cell Slide</vt:lpstr>
      <vt:lpstr>PowerPoint Presentation</vt:lpstr>
    </vt:vector>
  </TitlesOfParts>
  <Company>Capgemini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BOCCHI, LEONARDO</dc:creator>
  <cp:lastModifiedBy>BOCCHI, LEONARDO</cp:lastModifiedBy>
  <cp:revision>1</cp:revision>
  <dcterms:created xsi:type="dcterms:W3CDTF">2026-07-10T07:18:38Z</dcterms:created>
  <dcterms:modified xsi:type="dcterms:W3CDTF">2026-07-10T07:20:50Z</dcterms:modified>
</cp:coreProperties>
</file>