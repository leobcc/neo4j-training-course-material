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media/image6.svg" ContentType="image/svg+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59" d="100"/>
          <a:sy n="59" d="100"/>
        </p:scale>
        <p:origin x="964"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4.emf"/></Relationships>
</file>

<file path=ppt/slideLayouts/_rels/slideLayout10.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tags" Target="../tags/tag8.xml"/><Relationship Id="rId5" Type="http://schemas.openxmlformats.org/officeDocument/2006/relationships/slideMaster" Target="../slideMasters/slideMaster1.xml"/><Relationship Id="rId6" Type="http://schemas.openxmlformats.org/officeDocument/2006/relationships/oleObject" Target="../embeddings/oleObject3.bin"/><Relationship Id="rId7" Type="http://schemas.openxmlformats.org/officeDocument/2006/relationships/image" Target="../media/image5.emf"/></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www.capgemini.com/optimize-your-business-and-it-operations" TargetMode="External"/><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10.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16.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17.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4.emf"/></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www.capgemini.com/optimize-your-business-and-it-operations" TargetMode="External"/><Relationship Id="rId3"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tags" Target="../tags/tag13.xml"/><Relationship Id="rId2" Type="http://schemas.openxmlformats.org/officeDocument/2006/relationships/slideMaster" Target="../slideMasters/slideMaster1.xml"/><Relationship Id="rId3" Type="http://schemas.openxmlformats.org/officeDocument/2006/relationships/oleObject" Target="../embeddings/oleObject4.bin"/><Relationship Id="rId4" Type="http://schemas.openxmlformats.org/officeDocument/2006/relationships/image" Target="../media/image4.emf"/></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www.capgemini.com/optimize-your-business-and-it-operations" TargetMode="Externa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www.linkedin.com/company/capgemini" TargetMode="External"/><Relationship Id="rId3" Type="http://schemas.openxmlformats.org/officeDocument/2006/relationships/image" Target="../media/image7.png"/><Relationship Id="rId4" Type="http://schemas.openxmlformats.org/officeDocument/2006/relationships/hyperlink" Target="http://www.slideshare.net/capgemini" TargetMode="External"/><Relationship Id="rId5" Type="http://schemas.openxmlformats.org/officeDocument/2006/relationships/image" Target="../media/image8.png"/><Relationship Id="rId6" Type="http://schemas.openxmlformats.org/officeDocument/2006/relationships/hyperlink" Target="http://www.twitter.com/capgemini" TargetMode="External"/><Relationship Id="rId7" Type="http://schemas.openxmlformats.org/officeDocument/2006/relationships/image" Target="../media/image9.png"/><Relationship Id="rId8" Type="http://schemas.openxmlformats.org/officeDocument/2006/relationships/hyperlink" Target="http://www.youtube.com/capgeminimedia" TargetMode="External"/><Relationship Id="rId9" Type="http://schemas.openxmlformats.org/officeDocument/2006/relationships/image" Target="../media/image10.png"/><Relationship Id="rId10" Type="http://schemas.openxmlformats.org/officeDocument/2006/relationships/hyperlink" Target="http://www.facebook.com/capgemini" TargetMode="External"/><Relationship Id="rId11" Type="http://schemas.openxmlformats.org/officeDocument/2006/relationships/image" Target="../media/image11.png"/><Relationship Id="rId12" Type="http://schemas.openxmlformats.org/officeDocument/2006/relationships/hyperlink" Target="http://www.capgemini.com/about/how-we-work/the-collaborative-business-experiencetm" TargetMode="External"/><Relationship Id="rId13" Type="http://schemas.openxmlformats.org/officeDocument/2006/relationships/hyperlink" Target="http://www.capgemini.com/about/how-we-work/rightshorer" TargetMode="External"/><Relationship Id="rId14" Type="http://schemas.openxmlformats.org/officeDocument/2006/relationships/hyperlink" Target="http://www.capgemini.com/" TargetMode="External"/><Relationship Id="rId15" Type="http://schemas.openxmlformats.org/officeDocument/2006/relationships/image" Target="../media/image1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www.linkedin.com/company/capgemini" TargetMode="External"/><Relationship Id="rId3" Type="http://schemas.openxmlformats.org/officeDocument/2006/relationships/image" Target="../media/image7.png"/><Relationship Id="rId4" Type="http://schemas.openxmlformats.org/officeDocument/2006/relationships/hyperlink" Target="http://www.slideshare.net/capgemini" TargetMode="External"/><Relationship Id="rId5" Type="http://schemas.openxmlformats.org/officeDocument/2006/relationships/image" Target="../media/image8.png"/><Relationship Id="rId6" Type="http://schemas.openxmlformats.org/officeDocument/2006/relationships/hyperlink" Target="http://www.twitter.com/capgemini" TargetMode="External"/><Relationship Id="rId7" Type="http://schemas.openxmlformats.org/officeDocument/2006/relationships/image" Target="../media/image9.png"/><Relationship Id="rId8" Type="http://schemas.openxmlformats.org/officeDocument/2006/relationships/hyperlink" Target="http://www.youtube.com/capgeminimedia" TargetMode="External"/><Relationship Id="rId9" Type="http://schemas.openxmlformats.org/officeDocument/2006/relationships/image" Target="../media/image10.png"/><Relationship Id="rId10" Type="http://schemas.openxmlformats.org/officeDocument/2006/relationships/hyperlink" Target="http://www.facebook.com/capgemini" TargetMode="External"/><Relationship Id="rId11" Type="http://schemas.openxmlformats.org/officeDocument/2006/relationships/image" Target="../media/image11.png"/><Relationship Id="rId12" Type="http://schemas.openxmlformats.org/officeDocument/2006/relationships/hyperlink" Target="http://www.capgemini.com/about/how-we-work/the-collaborative-business-experiencetm" TargetMode="External"/><Relationship Id="rId13" Type="http://schemas.openxmlformats.org/officeDocument/2006/relationships/hyperlink" Target="http://www.capgemini.com/about/how-we-work/rightshorer" TargetMode="Externa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Walk-In">
    <p:spTree>
      <p:nvGrpSpPr>
        <p:cNvPr id="1" name=""/>
        <p:cNvGrpSpPr/>
        <p:nvPr/>
      </p:nvGrpSpPr>
      <p:grpSpPr>
        <a:xfrm>
          <a:off x="0" y="0"/>
          <a:ext cx="0" cy="0"/>
          <a:chOff x="0" y="0"/>
          <a:chExt cx="0" cy="0"/>
        </a:xfrm>
      </p:grpSpPr>
      <p:pic>
        <p:nvPicPr>
          <p:cNvPr id="7" name="Content Placeholder 16">
            <a:extLst>
              <a:ext uri="{FF2B5EF4-FFF2-40B4-BE49-F238E27FC236}">
                <a16:creationId xmlns:a16="http://schemas.microsoft.com/office/drawing/2014/main" id="{810E1061-A44A-A554-F24D-33361C93E535}"/>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1279" r="18225"/>
          <a:stretch/>
        </p:blipFill>
        <p:spPr>
          <a:xfrm>
            <a:off x="6153150" y="1"/>
            <a:ext cx="6038850" cy="6858000"/>
          </a:xfrm>
          <a:prstGeom prst="rect">
            <a:avLst/>
          </a:prstGeom>
        </p:spPr>
      </p:pic>
      <p:pic>
        <p:nvPicPr>
          <p:cNvPr id="2" name="Picture 1" descr="A picture containing lamp&#10;&#10;Description automatically generated">
            <a:extLst>
              <a:ext uri="{FF2B5EF4-FFF2-40B4-BE49-F238E27FC236}">
                <a16:creationId xmlns:a16="http://schemas.microsoft.com/office/drawing/2014/main" id="{784FD2C4-7C76-FDA5-3DDA-6F3155DF7428}"/>
              </a:ext>
            </a:extLst>
          </p:cNvPr>
          <p:cNvPicPr>
            <a:picLocks noChangeAspect="1"/>
          </p:cNvPicPr>
          <p:nvPr userDrawn="1"/>
        </p:nvPicPr>
        <p:blipFill>
          <a:blip r:embed="rId3" cstate="hqprint">
            <a:extLst>
              <a:ext uri="{28A0092B-C50C-407E-A947-70E740481C1C}">
                <a14:useLocalDpi xmlns:a14="http://schemas.microsoft.com/office/drawing/2010/main" val="0"/>
              </a:ext>
            </a:extLst>
          </a:blip>
          <a:stretch>
            <a:fillRect/>
          </a:stretch>
        </p:blipFill>
        <p:spPr>
          <a:xfrm rot="3600000">
            <a:off x="611517" y="-2"/>
            <a:ext cx="9695699" cy="6858000"/>
          </a:xfrm>
          <a:prstGeom prst="rect">
            <a:avLst/>
          </a:prstGeom>
        </p:spPr>
      </p:pic>
      <p:sp>
        <p:nvSpPr>
          <p:cNvPr id="3" name="Title 1">
            <a:extLst>
              <a:ext uri="{FF2B5EF4-FFF2-40B4-BE49-F238E27FC236}">
                <a16:creationId xmlns:a16="http://schemas.microsoft.com/office/drawing/2014/main" id="{E93AA952-AC13-ABF0-FA1E-8CA3E3C3A877}"/>
              </a:ext>
            </a:extLst>
          </p:cNvPr>
          <p:cNvSpPr>
            <a:spLocks noGrp="1"/>
          </p:cNvSpPr>
          <p:nvPr>
            <p:ph type="ctrTitle" hasCustomPrompt="1"/>
          </p:nvPr>
        </p:nvSpPr>
        <p:spPr bwMode="invGray">
          <a:xfrm>
            <a:off x="191344" y="3287890"/>
            <a:ext cx="4494765" cy="117613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noAutofit/>
          </a:bodyPr>
          <a:lstStyle>
            <a:lvl1pPr algn="ctr">
              <a:lnSpc>
                <a:spcPct val="100000"/>
              </a:lnSpc>
              <a:defRPr lang="en-US" sz="3200" b="0" cap="all" baseline="0" dirty="0">
                <a:solidFill>
                  <a:schemeClr val="tx1"/>
                </a:solidFill>
                <a:latin typeface="Ubuntu" panose="020B0504030602030204" pitchFamily="34" charset="0"/>
              </a:defRPr>
            </a:lvl1pPr>
          </a:lstStyle>
          <a:p>
            <a:pPr marL="0" lvl="0"/>
            <a:r>
              <a:rPr lang="en-US"/>
              <a:t>SECTION TITLE ALL CAPS, LOREM IPSUM DOLOR AMET.</a:t>
            </a:r>
          </a:p>
        </p:txBody>
      </p:sp>
    </p:spTree>
    <p:extLst>
      <p:ext uri="{BB962C8B-B14F-4D97-AF65-F5344CB8AC3E}">
        <p14:creationId xmlns:p14="http://schemas.microsoft.com/office/powerpoint/2010/main" val="1741874436"/>
      </p:ext>
    </p:extLst>
  </p:cSld>
  <p:clrMapOvr>
    <a:masterClrMapping/>
  </p:clrMapOvr>
  <p:extLst>
    <p:ext uri="{DCECCB84-F9BA-43D5-87BE-67443E8EF086}">
      <p15:sldGuideLst xmlns:p15="http://schemas.microsoft.com/office/powerpoint/2012/main">
        <p15:guide id="1" orient="horz" pos="2376">
          <p15:clr>
            <a:srgbClr val="FBAE40"/>
          </p15:clr>
        </p15:guide>
        <p15:guide id="2" pos="38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rgbClr val="220E46"/>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926313-2FA2-469F-957D-B5D4672A72D1}"/>
              </a:ext>
            </a:extLst>
          </p:cNvPr>
          <p:cNvSpPr>
            <a:spLocks noGrp="1"/>
          </p:cNvSpPr>
          <p:nvPr>
            <p:ph type="title" hasCustomPrompt="1"/>
          </p:nvPr>
        </p:nvSpPr>
        <p:spPr/>
        <p:txBody>
          <a:bodyPr/>
          <a:lstStyle>
            <a:lvl1pPr>
              <a:defRPr/>
            </a:lvl1pPr>
          </a:lstStyle>
          <a:p>
            <a:r>
              <a:rPr lang="en-US"/>
              <a:t>Title only layout</a:t>
            </a:r>
          </a:p>
        </p:txBody>
      </p:sp>
    </p:spTree>
    <p:extLst>
      <p:ext uri="{BB962C8B-B14F-4D97-AF65-F5344CB8AC3E}">
        <p14:creationId xmlns:p14="http://schemas.microsoft.com/office/powerpoint/2010/main" val="2230484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subtitle and content ">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304800" y="1899138"/>
            <a:ext cx="11582398" cy="1717393"/>
          </a:xfrm>
        </p:spPr>
        <p:txBody>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space réservé du texte 4"/>
          <p:cNvSpPr>
            <a:spLocks noGrp="1"/>
          </p:cNvSpPr>
          <p:nvPr>
            <p:ph type="body" sz="quarter" idx="11" hasCustomPrompt="1"/>
          </p:nvPr>
        </p:nvSpPr>
        <p:spPr>
          <a:xfrm>
            <a:off x="304799" y="822325"/>
            <a:ext cx="11582399" cy="424732"/>
          </a:xfrm>
          <a:prstGeom prst="rect">
            <a:avLst/>
          </a:prstGeom>
        </p:spPr>
        <p:txBody>
          <a:bodyPr anchor="ctr" anchorCtr="0"/>
          <a:lstStyle>
            <a:lvl1pPr marL="0" indent="0">
              <a:buNone/>
              <a:defRPr>
                <a:solidFill>
                  <a:srgbClr val="01AADD"/>
                </a:solidFill>
              </a:defRPr>
            </a:lvl1pPr>
          </a:lstStyle>
          <a:p>
            <a:pPr lvl="0"/>
            <a:r>
              <a:rPr lang="en-US"/>
              <a:t>Click to edit Master subtitle styles</a:t>
            </a:r>
          </a:p>
        </p:txBody>
      </p:sp>
      <p:sp>
        <p:nvSpPr>
          <p:cNvPr id="2" name="Title 1">
            <a:extLst>
              <a:ext uri="{FF2B5EF4-FFF2-40B4-BE49-F238E27FC236}">
                <a16:creationId xmlns:a16="http://schemas.microsoft.com/office/drawing/2014/main" id="{171054D7-80F5-442C-9F9E-FCC6CF14C5F1}"/>
              </a:ext>
            </a:extLst>
          </p:cNvPr>
          <p:cNvSpPr>
            <a:spLocks noGrp="1"/>
          </p:cNvSpPr>
          <p:nvPr>
            <p:ph type="title"/>
          </p:nvPr>
        </p:nvSpPr>
        <p:spPr>
          <a:xfrm>
            <a:off x="304800" y="304801"/>
            <a:ext cx="11582400" cy="495300"/>
          </a:xfrm>
        </p:spPr>
        <p:txBody>
          <a:bodyPr anchor="ctr" anchorCtr="0"/>
          <a:lstStyle>
            <a:lvl1pPr>
              <a:defRPr sz="2800" cap="all" baseline="0"/>
            </a:lvl1pPr>
          </a:lstStyle>
          <a:p>
            <a:r>
              <a:rPr lang="en-US"/>
              <a:t>Click to edit Master title style</a:t>
            </a:r>
            <a:endParaRPr lang="de-DE"/>
          </a:p>
        </p:txBody>
      </p:sp>
    </p:spTree>
    <p:extLst>
      <p:ext uri="{BB962C8B-B14F-4D97-AF65-F5344CB8AC3E}">
        <p14:creationId xmlns:p14="http://schemas.microsoft.com/office/powerpoint/2010/main" val="338996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_Title, subtitle and content ">
    <p:spTree>
      <p:nvGrpSpPr>
        <p:cNvPr id="1" name=""/>
        <p:cNvGrpSpPr/>
        <p:nvPr/>
      </p:nvGrpSpPr>
      <p:grpSpPr>
        <a:xfrm>
          <a:off x="0" y="0"/>
          <a:ext cx="0" cy="0"/>
          <a:chOff x="0" y="0"/>
          <a:chExt cx="0" cy="0"/>
        </a:xfrm>
      </p:grpSpPr>
      <p:sp>
        <p:nvSpPr>
          <p:cNvPr id="3" name="Parallelogram 2">
            <a:extLst>
              <a:ext uri="{FF2B5EF4-FFF2-40B4-BE49-F238E27FC236}">
                <a16:creationId xmlns:a16="http://schemas.microsoft.com/office/drawing/2014/main" id="{C7EC611B-E20B-F9F1-FC23-540C98C6B806}"/>
              </a:ext>
            </a:extLst>
          </p:cNvPr>
          <p:cNvSpPr/>
          <p:nvPr userDrawn="1"/>
        </p:nvSpPr>
        <p:spPr>
          <a:xfrm>
            <a:off x="7469900" y="-1"/>
            <a:ext cx="4722676" cy="6858001"/>
          </a:xfrm>
          <a:custGeom>
            <a:avLst/>
            <a:gdLst>
              <a:gd name="connsiteX0" fmla="*/ 0 w 4722101"/>
              <a:gd name="connsiteY0" fmla="*/ 6858001 h 6858001"/>
              <a:gd name="connsiteX1" fmla="*/ 1180525 w 4722101"/>
              <a:gd name="connsiteY1" fmla="*/ 0 h 6858001"/>
              <a:gd name="connsiteX2" fmla="*/ 4722101 w 4722101"/>
              <a:gd name="connsiteY2" fmla="*/ 0 h 6858001"/>
              <a:gd name="connsiteX3" fmla="*/ 3541576 w 4722101"/>
              <a:gd name="connsiteY3" fmla="*/ 6858001 h 6858001"/>
              <a:gd name="connsiteX4" fmla="*/ 0 w 4722101"/>
              <a:gd name="connsiteY4" fmla="*/ 6858001 h 6858001"/>
              <a:gd name="connsiteX0" fmla="*/ 0 w 4722676"/>
              <a:gd name="connsiteY0" fmla="*/ 6858001 h 6858001"/>
              <a:gd name="connsiteX1" fmla="*/ 1180525 w 4722676"/>
              <a:gd name="connsiteY1" fmla="*/ 0 h 6858001"/>
              <a:gd name="connsiteX2" fmla="*/ 4722101 w 4722676"/>
              <a:gd name="connsiteY2" fmla="*/ 0 h 6858001"/>
              <a:gd name="connsiteX3" fmla="*/ 4722676 w 4722676"/>
              <a:gd name="connsiteY3" fmla="*/ 6858001 h 6858001"/>
              <a:gd name="connsiteX4" fmla="*/ 0 w 4722676"/>
              <a:gd name="connsiteY4" fmla="*/ 6858001 h 68580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2676" h="6858001">
                <a:moveTo>
                  <a:pt x="0" y="6858001"/>
                </a:moveTo>
                <a:lnTo>
                  <a:pt x="1180525" y="0"/>
                </a:lnTo>
                <a:lnTo>
                  <a:pt x="4722101" y="0"/>
                </a:lnTo>
                <a:cubicBezTo>
                  <a:pt x="4722293" y="2286000"/>
                  <a:pt x="4722484" y="4572001"/>
                  <a:pt x="4722676" y="6858001"/>
                </a:cubicBezTo>
                <a:lnTo>
                  <a:pt x="0" y="6858001"/>
                </a:lnTo>
                <a:close/>
              </a:path>
            </a:pathLst>
          </a:custGeom>
          <a:gradFill flip="none" rotWithShape="1">
            <a:gsLst>
              <a:gs pos="0">
                <a:srgbClr val="C51248"/>
              </a:gs>
              <a:gs pos="50000">
                <a:srgbClr val="512677"/>
              </a:gs>
              <a:gs pos="100000">
                <a:srgbClr val="2C2A7A"/>
              </a:gs>
            </a:gsLst>
            <a:path path="circle">
              <a:fillToRect l="100000" b="100000"/>
            </a:path>
            <a:tileRect t="-100000" r="-100000"/>
          </a:gra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0" tIns="0" rIns="0" bIns="0" numCol="1" spcCol="38100" rtlCol="0" anchor="ctr">
            <a:no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it-IT" sz="3200" b="0" i="0" u="none" strike="noStrike" cap="none" spc="0" normalizeH="0" baseline="0">
              <a:ln>
                <a:noFill/>
              </a:ln>
              <a:solidFill>
                <a:srgbClr val="FFFFFF"/>
              </a:solidFill>
              <a:effectLst/>
              <a:uFillTx/>
              <a:latin typeface="Helvetica Light"/>
              <a:ea typeface="Helvetica Light"/>
              <a:cs typeface="Helvetica Light"/>
              <a:sym typeface="Helvetica Light"/>
            </a:endParaRPr>
          </a:p>
        </p:txBody>
      </p:sp>
      <p:sp>
        <p:nvSpPr>
          <p:cNvPr id="4" name="Text Placeholder 3"/>
          <p:cNvSpPr>
            <a:spLocks noGrp="1"/>
          </p:cNvSpPr>
          <p:nvPr>
            <p:ph type="body" sz="quarter" idx="10"/>
          </p:nvPr>
        </p:nvSpPr>
        <p:spPr>
          <a:xfrm>
            <a:off x="404812" y="1899138"/>
            <a:ext cx="11379201" cy="457067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space réservé du texte 4"/>
          <p:cNvSpPr>
            <a:spLocks noGrp="1"/>
          </p:cNvSpPr>
          <p:nvPr>
            <p:ph type="body" sz="quarter" idx="11" hasCustomPrompt="1"/>
          </p:nvPr>
        </p:nvSpPr>
        <p:spPr>
          <a:xfrm>
            <a:off x="404813" y="1327150"/>
            <a:ext cx="11379200" cy="457688"/>
          </a:xfrm>
          <a:prstGeom prst="rect">
            <a:avLst/>
          </a:prstGeom>
        </p:spPr>
        <p:txBody>
          <a:bodyPr/>
          <a:lstStyle>
            <a:lvl1pPr>
              <a:defRPr>
                <a:solidFill>
                  <a:schemeClr val="accent2"/>
                </a:solidFill>
              </a:defRPr>
            </a:lvl1pPr>
          </a:lstStyle>
          <a:p>
            <a:pPr lvl="0"/>
            <a:r>
              <a:rPr lang="en-US"/>
              <a:t>Click to edit Master subtitle styles</a:t>
            </a:r>
          </a:p>
        </p:txBody>
      </p:sp>
      <p:sp>
        <p:nvSpPr>
          <p:cNvPr id="2" name="Title 1">
            <a:extLst>
              <a:ext uri="{FF2B5EF4-FFF2-40B4-BE49-F238E27FC236}">
                <a16:creationId xmlns:a16="http://schemas.microsoft.com/office/drawing/2014/main" id="{171054D7-80F5-442C-9F9E-FCC6CF14C5F1}"/>
              </a:ext>
            </a:extLst>
          </p:cNvPr>
          <p:cNvSpPr>
            <a:spLocks noGrp="1"/>
          </p:cNvSpPr>
          <p:nvPr>
            <p:ph type="title"/>
          </p:nvPr>
        </p:nvSpPr>
        <p:spPr/>
        <p:txBody>
          <a:bodyPr/>
          <a:lstStyle/>
          <a:p>
            <a:r>
              <a:rPr lang="en-US"/>
              <a:t>Click to edit Master title style</a:t>
            </a:r>
            <a:endParaRPr lang="de-DE"/>
          </a:p>
        </p:txBody>
      </p:sp>
    </p:spTree>
    <p:extLst>
      <p:ext uri="{BB962C8B-B14F-4D97-AF65-F5344CB8AC3E}">
        <p14:creationId xmlns:p14="http://schemas.microsoft.com/office/powerpoint/2010/main" val="22687694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userDrawn="1">
  <p:cSld name="Large title">
    <p:bg>
      <p:bgPr>
        <a:solidFill>
          <a:srgbClr val="24134F"/>
        </a:solidFill>
        <a:effectLst/>
      </p:bgPr>
    </p:bg>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81D5C5CA-E0F9-4194-9FD7-26150AB2A870}"/>
              </a:ext>
            </a:extLst>
          </p:cNvPr>
          <p:cNvSpPr>
            <a:spLocks noGrp="1"/>
          </p:cNvSpPr>
          <p:nvPr>
            <p:ph type="subTitle" idx="1"/>
          </p:nvPr>
        </p:nvSpPr>
        <p:spPr>
          <a:xfrm>
            <a:off x="457200" y="6003700"/>
            <a:ext cx="11277600" cy="822325"/>
          </a:xfrm>
        </p:spPr>
        <p:txBody>
          <a:bodyPr lIns="36000" tIns="144000">
            <a:normAutofit/>
          </a:bodyPr>
          <a:lstStyle>
            <a:lvl1pPr marL="0" indent="0" algn="l">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7" name="Text Placeholder 6">
            <a:extLst>
              <a:ext uri="{FF2B5EF4-FFF2-40B4-BE49-F238E27FC236}">
                <a16:creationId xmlns:a16="http://schemas.microsoft.com/office/drawing/2014/main" id="{79EA84EC-0E0C-41F6-8286-BC5A87DC6C7B}"/>
              </a:ext>
            </a:extLst>
          </p:cNvPr>
          <p:cNvSpPr>
            <a:spLocks noGrp="1"/>
          </p:cNvSpPr>
          <p:nvPr>
            <p:ph type="body" sz="quarter" idx="10"/>
          </p:nvPr>
        </p:nvSpPr>
        <p:spPr>
          <a:xfrm>
            <a:off x="457200" y="1644650"/>
            <a:ext cx="11277600" cy="3567113"/>
          </a:xfrm>
        </p:spPr>
        <p:txBody>
          <a:bodyPr anchor="ctr" anchorCtr="0">
            <a:normAutofit/>
          </a:bodyPr>
          <a:lstStyle>
            <a:lvl1pPr marL="0" indent="0" algn="l">
              <a:lnSpc>
                <a:spcPct val="70000"/>
              </a:lnSpc>
              <a:buFontTx/>
              <a:buNone/>
              <a:defRPr sz="8000" b="1" cap="all"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GB"/>
              <a:t>Click to edit Master text styles</a:t>
            </a:r>
          </a:p>
        </p:txBody>
      </p:sp>
      <p:pic>
        <p:nvPicPr>
          <p:cNvPr id="5" name="Image 4" descr="Une image contenant texte&#10;&#10;Description générée automatiquement">
            <a:extLst>
              <a:ext uri="{FF2B5EF4-FFF2-40B4-BE49-F238E27FC236}">
                <a16:creationId xmlns:a16="http://schemas.microsoft.com/office/drawing/2014/main" id="{D1A9B987-E149-4E99-9E1F-336980D5EC1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672" y="260648"/>
            <a:ext cx="3024000" cy="1226177"/>
          </a:xfrm>
          <a:prstGeom prst="rect">
            <a:avLst/>
          </a:prstGeom>
        </p:spPr>
      </p:pic>
    </p:spTree>
    <p:extLst>
      <p:ext uri="{BB962C8B-B14F-4D97-AF65-F5344CB8AC3E}">
        <p14:creationId xmlns:p14="http://schemas.microsoft.com/office/powerpoint/2010/main" val="29383165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1">
    <p:bg>
      <p:bgPr>
        <a:solidFill>
          <a:srgbClr val="E6E7E7"/>
        </a:solidFill>
        <a:effectLst/>
      </p:bgPr>
    </p:bg>
    <p:spTree>
      <p:nvGrpSpPr>
        <p:cNvPr id="1" name=""/>
        <p:cNvGrpSpPr/>
        <p:nvPr/>
      </p:nvGrpSpPr>
      <p:grpSpPr>
        <a:xfrm>
          <a:off x="0" y="0"/>
          <a:ext cx="0" cy="0"/>
          <a:chOff x="0" y="0"/>
          <a:chExt cx="0" cy="0"/>
        </a:xfrm>
      </p:grpSpPr>
      <p:graphicFrame>
        <p:nvGraphicFramePr>
          <p:cNvPr id="7" name="Object 6"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7" name="Object 6"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79" name="Freeform 7"/>
          <p:cNvSpPr>
            <a:spLocks/>
          </p:cNvSpPr>
          <p:nvPr userDrawn="1"/>
        </p:nvSpPr>
        <p:spPr bwMode="auto">
          <a:xfrm>
            <a:off x="5137150" y="0"/>
            <a:ext cx="7054850" cy="6854825"/>
          </a:xfrm>
          <a:custGeom>
            <a:avLst/>
            <a:gdLst/>
            <a:ahLst/>
            <a:cxnLst>
              <a:cxn ang="0">
                <a:pos x="4444" y="0"/>
              </a:cxn>
              <a:cxn ang="0">
                <a:pos x="4444" y="32"/>
              </a:cxn>
              <a:cxn ang="0">
                <a:pos x="4444" y="4292"/>
              </a:cxn>
              <a:cxn ang="0">
                <a:pos x="4440" y="4306"/>
              </a:cxn>
              <a:cxn ang="0">
                <a:pos x="4426" y="4314"/>
              </a:cxn>
              <a:cxn ang="0">
                <a:pos x="4326" y="4318"/>
              </a:cxn>
              <a:cxn ang="0">
                <a:pos x="4228" y="4310"/>
              </a:cxn>
              <a:cxn ang="0">
                <a:pos x="4076" y="4282"/>
              </a:cxn>
              <a:cxn ang="0">
                <a:pos x="3928" y="4240"/>
              </a:cxn>
              <a:cxn ang="0">
                <a:pos x="3740" y="4170"/>
              </a:cxn>
              <a:cxn ang="0">
                <a:pos x="3474" y="4042"/>
              </a:cxn>
              <a:cxn ang="0">
                <a:pos x="3216" y="3896"/>
              </a:cxn>
              <a:cxn ang="0">
                <a:pos x="3024" y="3772"/>
              </a:cxn>
              <a:cxn ang="0">
                <a:pos x="2704" y="3544"/>
              </a:cxn>
              <a:cxn ang="0">
                <a:pos x="2396" y="3300"/>
              </a:cxn>
              <a:cxn ang="0">
                <a:pos x="2180" y="3116"/>
              </a:cxn>
              <a:cxn ang="0">
                <a:pos x="2256" y="2964"/>
              </a:cxn>
              <a:cxn ang="0">
                <a:pos x="2286" y="2890"/>
              </a:cxn>
              <a:cxn ang="0">
                <a:pos x="2322" y="2774"/>
              </a:cxn>
              <a:cxn ang="0">
                <a:pos x="2338" y="2654"/>
              </a:cxn>
              <a:cxn ang="0">
                <a:pos x="2336" y="2562"/>
              </a:cxn>
              <a:cxn ang="0">
                <a:pos x="2306" y="2432"/>
              </a:cxn>
              <a:cxn ang="0">
                <a:pos x="2242" y="2310"/>
              </a:cxn>
              <a:cxn ang="0">
                <a:pos x="2188" y="2238"/>
              </a:cxn>
              <a:cxn ang="0">
                <a:pos x="2092" y="2144"/>
              </a:cxn>
              <a:cxn ang="0">
                <a:pos x="1986" y="2062"/>
              </a:cxn>
              <a:cxn ang="0">
                <a:pos x="1878" y="1990"/>
              </a:cxn>
              <a:cxn ang="0">
                <a:pos x="1712" y="1894"/>
              </a:cxn>
              <a:cxn ang="0">
                <a:pos x="1538" y="1808"/>
              </a:cxn>
              <a:cxn ang="0">
                <a:pos x="1156" y="1640"/>
              </a:cxn>
              <a:cxn ang="0">
                <a:pos x="710" y="1446"/>
              </a:cxn>
              <a:cxn ang="0">
                <a:pos x="524" y="1350"/>
              </a:cxn>
              <a:cxn ang="0">
                <a:pos x="354" y="1230"/>
              </a:cxn>
              <a:cxn ang="0">
                <a:pos x="262" y="1144"/>
              </a:cxn>
              <a:cxn ang="0">
                <a:pos x="158" y="1020"/>
              </a:cxn>
              <a:cxn ang="0">
                <a:pos x="80" y="884"/>
              </a:cxn>
              <a:cxn ang="0">
                <a:pos x="28" y="740"/>
              </a:cxn>
              <a:cxn ang="0">
                <a:pos x="2" y="584"/>
              </a:cxn>
              <a:cxn ang="0">
                <a:pos x="4" y="418"/>
              </a:cxn>
              <a:cxn ang="0">
                <a:pos x="18" y="314"/>
              </a:cxn>
              <a:cxn ang="0">
                <a:pos x="58" y="162"/>
              </a:cxn>
              <a:cxn ang="0">
                <a:pos x="118" y="16"/>
              </a:cxn>
              <a:cxn ang="0">
                <a:pos x="122" y="0"/>
              </a:cxn>
            </a:cxnLst>
            <a:rect l="0" t="0" r="r" b="b"/>
            <a:pathLst>
              <a:path w="4444" h="4318">
                <a:moveTo>
                  <a:pt x="122" y="0"/>
                </a:moveTo>
                <a:lnTo>
                  <a:pt x="122" y="0"/>
                </a:lnTo>
                <a:lnTo>
                  <a:pt x="4444" y="0"/>
                </a:lnTo>
                <a:lnTo>
                  <a:pt x="4444" y="0"/>
                </a:lnTo>
                <a:lnTo>
                  <a:pt x="4444" y="32"/>
                </a:lnTo>
                <a:lnTo>
                  <a:pt x="4444" y="32"/>
                </a:lnTo>
                <a:lnTo>
                  <a:pt x="4444" y="4272"/>
                </a:lnTo>
                <a:lnTo>
                  <a:pt x="4444" y="4272"/>
                </a:lnTo>
                <a:lnTo>
                  <a:pt x="4444" y="4292"/>
                </a:lnTo>
                <a:lnTo>
                  <a:pt x="4444" y="4292"/>
                </a:lnTo>
                <a:lnTo>
                  <a:pt x="4444" y="4300"/>
                </a:lnTo>
                <a:lnTo>
                  <a:pt x="4440" y="4306"/>
                </a:lnTo>
                <a:lnTo>
                  <a:pt x="4436" y="4310"/>
                </a:lnTo>
                <a:lnTo>
                  <a:pt x="4426" y="4314"/>
                </a:lnTo>
                <a:lnTo>
                  <a:pt x="4426" y="4314"/>
                </a:lnTo>
                <a:lnTo>
                  <a:pt x="4402" y="4316"/>
                </a:lnTo>
                <a:lnTo>
                  <a:pt x="4376" y="4318"/>
                </a:lnTo>
                <a:lnTo>
                  <a:pt x="4326" y="4318"/>
                </a:lnTo>
                <a:lnTo>
                  <a:pt x="4278" y="4316"/>
                </a:lnTo>
                <a:lnTo>
                  <a:pt x="4228" y="4310"/>
                </a:lnTo>
                <a:lnTo>
                  <a:pt x="4228" y="4310"/>
                </a:lnTo>
                <a:lnTo>
                  <a:pt x="4176" y="4302"/>
                </a:lnTo>
                <a:lnTo>
                  <a:pt x="4126" y="4294"/>
                </a:lnTo>
                <a:lnTo>
                  <a:pt x="4076" y="4282"/>
                </a:lnTo>
                <a:lnTo>
                  <a:pt x="4026" y="4270"/>
                </a:lnTo>
                <a:lnTo>
                  <a:pt x="3978" y="4256"/>
                </a:lnTo>
                <a:lnTo>
                  <a:pt x="3928" y="4240"/>
                </a:lnTo>
                <a:lnTo>
                  <a:pt x="3832" y="4206"/>
                </a:lnTo>
                <a:lnTo>
                  <a:pt x="3832" y="4206"/>
                </a:lnTo>
                <a:lnTo>
                  <a:pt x="3740" y="4170"/>
                </a:lnTo>
                <a:lnTo>
                  <a:pt x="3650" y="4130"/>
                </a:lnTo>
                <a:lnTo>
                  <a:pt x="3562" y="4088"/>
                </a:lnTo>
                <a:lnTo>
                  <a:pt x="3474" y="4042"/>
                </a:lnTo>
                <a:lnTo>
                  <a:pt x="3386" y="3996"/>
                </a:lnTo>
                <a:lnTo>
                  <a:pt x="3302" y="3946"/>
                </a:lnTo>
                <a:lnTo>
                  <a:pt x="3216" y="3896"/>
                </a:lnTo>
                <a:lnTo>
                  <a:pt x="3134" y="3844"/>
                </a:lnTo>
                <a:lnTo>
                  <a:pt x="3134" y="3844"/>
                </a:lnTo>
                <a:lnTo>
                  <a:pt x="3024" y="3772"/>
                </a:lnTo>
                <a:lnTo>
                  <a:pt x="2916" y="3698"/>
                </a:lnTo>
                <a:lnTo>
                  <a:pt x="2808" y="3622"/>
                </a:lnTo>
                <a:lnTo>
                  <a:pt x="2704" y="3544"/>
                </a:lnTo>
                <a:lnTo>
                  <a:pt x="2600" y="3464"/>
                </a:lnTo>
                <a:lnTo>
                  <a:pt x="2498" y="3382"/>
                </a:lnTo>
                <a:lnTo>
                  <a:pt x="2396" y="3300"/>
                </a:lnTo>
                <a:lnTo>
                  <a:pt x="2296" y="3214"/>
                </a:lnTo>
                <a:lnTo>
                  <a:pt x="2296" y="3214"/>
                </a:lnTo>
                <a:lnTo>
                  <a:pt x="2180" y="3116"/>
                </a:lnTo>
                <a:lnTo>
                  <a:pt x="2180" y="3116"/>
                </a:lnTo>
                <a:lnTo>
                  <a:pt x="2220" y="3040"/>
                </a:lnTo>
                <a:lnTo>
                  <a:pt x="2256" y="2964"/>
                </a:lnTo>
                <a:lnTo>
                  <a:pt x="2256" y="2964"/>
                </a:lnTo>
                <a:lnTo>
                  <a:pt x="2272" y="2928"/>
                </a:lnTo>
                <a:lnTo>
                  <a:pt x="2286" y="2890"/>
                </a:lnTo>
                <a:lnTo>
                  <a:pt x="2300" y="2852"/>
                </a:lnTo>
                <a:lnTo>
                  <a:pt x="2312" y="2814"/>
                </a:lnTo>
                <a:lnTo>
                  <a:pt x="2322" y="2774"/>
                </a:lnTo>
                <a:lnTo>
                  <a:pt x="2330" y="2736"/>
                </a:lnTo>
                <a:lnTo>
                  <a:pt x="2334" y="2696"/>
                </a:lnTo>
                <a:lnTo>
                  <a:pt x="2338" y="2654"/>
                </a:lnTo>
                <a:lnTo>
                  <a:pt x="2338" y="2654"/>
                </a:lnTo>
                <a:lnTo>
                  <a:pt x="2340" y="2608"/>
                </a:lnTo>
                <a:lnTo>
                  <a:pt x="2336" y="2562"/>
                </a:lnTo>
                <a:lnTo>
                  <a:pt x="2330" y="2518"/>
                </a:lnTo>
                <a:lnTo>
                  <a:pt x="2320" y="2474"/>
                </a:lnTo>
                <a:lnTo>
                  <a:pt x="2306" y="2432"/>
                </a:lnTo>
                <a:lnTo>
                  <a:pt x="2288" y="2390"/>
                </a:lnTo>
                <a:lnTo>
                  <a:pt x="2266" y="2350"/>
                </a:lnTo>
                <a:lnTo>
                  <a:pt x="2242" y="2310"/>
                </a:lnTo>
                <a:lnTo>
                  <a:pt x="2242" y="2310"/>
                </a:lnTo>
                <a:lnTo>
                  <a:pt x="2216" y="2274"/>
                </a:lnTo>
                <a:lnTo>
                  <a:pt x="2188" y="2238"/>
                </a:lnTo>
                <a:lnTo>
                  <a:pt x="2158" y="2206"/>
                </a:lnTo>
                <a:lnTo>
                  <a:pt x="2126" y="2174"/>
                </a:lnTo>
                <a:lnTo>
                  <a:pt x="2092" y="2144"/>
                </a:lnTo>
                <a:lnTo>
                  <a:pt x="2058" y="2116"/>
                </a:lnTo>
                <a:lnTo>
                  <a:pt x="2022" y="2088"/>
                </a:lnTo>
                <a:lnTo>
                  <a:pt x="1986" y="2062"/>
                </a:lnTo>
                <a:lnTo>
                  <a:pt x="1986" y="2062"/>
                </a:lnTo>
                <a:lnTo>
                  <a:pt x="1932" y="2024"/>
                </a:lnTo>
                <a:lnTo>
                  <a:pt x="1878" y="1990"/>
                </a:lnTo>
                <a:lnTo>
                  <a:pt x="1824" y="1956"/>
                </a:lnTo>
                <a:lnTo>
                  <a:pt x="1768" y="1924"/>
                </a:lnTo>
                <a:lnTo>
                  <a:pt x="1712" y="1894"/>
                </a:lnTo>
                <a:lnTo>
                  <a:pt x="1654" y="1864"/>
                </a:lnTo>
                <a:lnTo>
                  <a:pt x="1596" y="1836"/>
                </a:lnTo>
                <a:lnTo>
                  <a:pt x="1538" y="1808"/>
                </a:lnTo>
                <a:lnTo>
                  <a:pt x="1538" y="1808"/>
                </a:lnTo>
                <a:lnTo>
                  <a:pt x="1346" y="1724"/>
                </a:lnTo>
                <a:lnTo>
                  <a:pt x="1156" y="1640"/>
                </a:lnTo>
                <a:lnTo>
                  <a:pt x="774" y="1474"/>
                </a:lnTo>
                <a:lnTo>
                  <a:pt x="774" y="1474"/>
                </a:lnTo>
                <a:lnTo>
                  <a:pt x="710" y="1446"/>
                </a:lnTo>
                <a:lnTo>
                  <a:pt x="646" y="1416"/>
                </a:lnTo>
                <a:lnTo>
                  <a:pt x="584" y="1384"/>
                </a:lnTo>
                <a:lnTo>
                  <a:pt x="524" y="1350"/>
                </a:lnTo>
                <a:lnTo>
                  <a:pt x="466" y="1312"/>
                </a:lnTo>
                <a:lnTo>
                  <a:pt x="410" y="1272"/>
                </a:lnTo>
                <a:lnTo>
                  <a:pt x="354" y="1230"/>
                </a:lnTo>
                <a:lnTo>
                  <a:pt x="302" y="1184"/>
                </a:lnTo>
                <a:lnTo>
                  <a:pt x="302" y="1184"/>
                </a:lnTo>
                <a:lnTo>
                  <a:pt x="262" y="1144"/>
                </a:lnTo>
                <a:lnTo>
                  <a:pt x="224" y="1104"/>
                </a:lnTo>
                <a:lnTo>
                  <a:pt x="188" y="1062"/>
                </a:lnTo>
                <a:lnTo>
                  <a:pt x="158" y="1020"/>
                </a:lnTo>
                <a:lnTo>
                  <a:pt x="128" y="976"/>
                </a:lnTo>
                <a:lnTo>
                  <a:pt x="102" y="930"/>
                </a:lnTo>
                <a:lnTo>
                  <a:pt x="80" y="884"/>
                </a:lnTo>
                <a:lnTo>
                  <a:pt x="58" y="838"/>
                </a:lnTo>
                <a:lnTo>
                  <a:pt x="42" y="790"/>
                </a:lnTo>
                <a:lnTo>
                  <a:pt x="28" y="740"/>
                </a:lnTo>
                <a:lnTo>
                  <a:pt x="16" y="688"/>
                </a:lnTo>
                <a:lnTo>
                  <a:pt x="8" y="636"/>
                </a:lnTo>
                <a:lnTo>
                  <a:pt x="2" y="584"/>
                </a:lnTo>
                <a:lnTo>
                  <a:pt x="0" y="530"/>
                </a:lnTo>
                <a:lnTo>
                  <a:pt x="0" y="474"/>
                </a:lnTo>
                <a:lnTo>
                  <a:pt x="4" y="418"/>
                </a:lnTo>
                <a:lnTo>
                  <a:pt x="4" y="418"/>
                </a:lnTo>
                <a:lnTo>
                  <a:pt x="10" y="366"/>
                </a:lnTo>
                <a:lnTo>
                  <a:pt x="18" y="314"/>
                </a:lnTo>
                <a:lnTo>
                  <a:pt x="30" y="262"/>
                </a:lnTo>
                <a:lnTo>
                  <a:pt x="42" y="212"/>
                </a:lnTo>
                <a:lnTo>
                  <a:pt x="58" y="162"/>
                </a:lnTo>
                <a:lnTo>
                  <a:pt x="76" y="112"/>
                </a:lnTo>
                <a:lnTo>
                  <a:pt x="94" y="64"/>
                </a:lnTo>
                <a:lnTo>
                  <a:pt x="118" y="16"/>
                </a:lnTo>
                <a:lnTo>
                  <a:pt x="118" y="16"/>
                </a:lnTo>
                <a:lnTo>
                  <a:pt x="122" y="0"/>
                </a:lnTo>
                <a:lnTo>
                  <a:pt x="122"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1" name="Title 1"/>
          <p:cNvSpPr>
            <a:spLocks noGrp="1"/>
          </p:cNvSpPr>
          <p:nvPr>
            <p:ph type="ctrTitle" hasCustomPrompt="1"/>
          </p:nvPr>
        </p:nvSpPr>
        <p:spPr>
          <a:xfrm>
            <a:off x="407988" y="1358153"/>
            <a:ext cx="4774258" cy="14751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defRPr lang="en-US" sz="2600" b="0" dirty="0">
                <a:solidFill>
                  <a:schemeClr val="accent1"/>
                </a:solidFill>
              </a:defRPr>
            </a:lvl1pPr>
          </a:lstStyle>
          <a:p>
            <a:pPr marL="0" lvl="0"/>
            <a:r>
              <a:rPr lang="en-US"/>
              <a:t>Click to insert title</a:t>
            </a:r>
          </a:p>
        </p:txBody>
      </p:sp>
      <p:sp>
        <p:nvSpPr>
          <p:cNvPr id="12" name="Subtitle 2"/>
          <p:cNvSpPr>
            <a:spLocks noGrp="1"/>
          </p:cNvSpPr>
          <p:nvPr>
            <p:ph type="subTitle" idx="1" hasCustomPrompt="1"/>
          </p:nvPr>
        </p:nvSpPr>
        <p:spPr>
          <a:xfrm>
            <a:off x="407988" y="2976180"/>
            <a:ext cx="4774257"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grpSp>
        <p:nvGrpSpPr>
          <p:cNvPr id="13" name="Group 14"/>
          <p:cNvGrpSpPr>
            <a:grpSpLocks noChangeAspect="1"/>
          </p:cNvGrpSpPr>
          <p:nvPr userDrawn="1"/>
        </p:nvGrpSpPr>
        <p:grpSpPr>
          <a:xfrm>
            <a:off x="416888" y="4537346"/>
            <a:ext cx="5040000" cy="1123654"/>
            <a:chOff x="728663" y="4465638"/>
            <a:chExt cx="5354637" cy="1193801"/>
          </a:xfrm>
        </p:grpSpPr>
        <p:sp>
          <p:nvSpPr>
            <p:cNvPr id="14"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6"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7"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8"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9"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Tree>
    <p:extLst>
      <p:ext uri="{BB962C8B-B14F-4D97-AF65-F5344CB8AC3E}">
        <p14:creationId xmlns:p14="http://schemas.microsoft.com/office/powerpoint/2010/main" val="2352832821"/>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graphicFrame>
        <p:nvGraphicFramePr>
          <p:cNvPr id="9" name="Object 8"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9" name="Object 8"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389" name="Freeform 5"/>
          <p:cNvSpPr>
            <a:spLocks/>
          </p:cNvSpPr>
          <p:nvPr userDrawn="1"/>
        </p:nvSpPr>
        <p:spPr bwMode="auto">
          <a:xfrm>
            <a:off x="1009650" y="0"/>
            <a:ext cx="11182350" cy="6858000"/>
          </a:xfrm>
          <a:custGeom>
            <a:avLst/>
            <a:gdLst/>
            <a:ahLst/>
            <a:cxnLst>
              <a:cxn ang="0">
                <a:pos x="0" y="0"/>
              </a:cxn>
              <a:cxn ang="0">
                <a:pos x="7044" y="0"/>
              </a:cxn>
              <a:cxn ang="0">
                <a:pos x="7044" y="4320"/>
              </a:cxn>
              <a:cxn ang="0">
                <a:pos x="7040" y="4320"/>
              </a:cxn>
              <a:cxn ang="0">
                <a:pos x="4170" y="4320"/>
              </a:cxn>
              <a:cxn ang="0">
                <a:pos x="4150" y="4318"/>
              </a:cxn>
              <a:cxn ang="0">
                <a:pos x="4132" y="4308"/>
              </a:cxn>
              <a:cxn ang="0">
                <a:pos x="3522" y="3806"/>
              </a:cxn>
              <a:cxn ang="0">
                <a:pos x="3468" y="3760"/>
              </a:cxn>
              <a:cxn ang="0">
                <a:pos x="3416" y="3714"/>
              </a:cxn>
              <a:cxn ang="0">
                <a:pos x="3492" y="3568"/>
              </a:cxn>
              <a:cxn ang="0">
                <a:pos x="3522" y="3504"/>
              </a:cxn>
              <a:cxn ang="0">
                <a:pos x="3578" y="3378"/>
              </a:cxn>
              <a:cxn ang="0">
                <a:pos x="3622" y="3248"/>
              </a:cxn>
              <a:cxn ang="0">
                <a:pos x="3652" y="3116"/>
              </a:cxn>
              <a:cxn ang="0">
                <a:pos x="3664" y="3046"/>
              </a:cxn>
              <a:cxn ang="0">
                <a:pos x="3670" y="2964"/>
              </a:cxn>
              <a:cxn ang="0">
                <a:pos x="3670" y="2884"/>
              </a:cxn>
              <a:cxn ang="0">
                <a:pos x="3662" y="2802"/>
              </a:cxn>
              <a:cxn ang="0">
                <a:pos x="3648" y="2722"/>
              </a:cxn>
              <a:cxn ang="0">
                <a:pos x="3632" y="2666"/>
              </a:cxn>
              <a:cxn ang="0">
                <a:pos x="3590" y="2560"/>
              </a:cxn>
              <a:cxn ang="0">
                <a:pos x="3536" y="2460"/>
              </a:cxn>
              <a:cxn ang="0">
                <a:pos x="3470" y="2366"/>
              </a:cxn>
              <a:cxn ang="0">
                <a:pos x="3434" y="2322"/>
              </a:cxn>
              <a:cxn ang="0">
                <a:pos x="3338" y="2220"/>
              </a:cxn>
              <a:cxn ang="0">
                <a:pos x="3236" y="2130"/>
              </a:cxn>
              <a:cxn ang="0">
                <a:pos x="3126" y="2046"/>
              </a:cxn>
              <a:cxn ang="0">
                <a:pos x="3012" y="1966"/>
              </a:cxn>
              <a:cxn ang="0">
                <a:pos x="2932" y="1916"/>
              </a:cxn>
              <a:cxn ang="0">
                <a:pos x="2766" y="1818"/>
              </a:cxn>
              <a:cxn ang="0">
                <a:pos x="2598" y="1728"/>
              </a:cxn>
              <a:cxn ang="0">
                <a:pos x="2340" y="1602"/>
              </a:cxn>
              <a:cxn ang="0">
                <a:pos x="2198" y="1536"/>
              </a:cxn>
              <a:cxn ang="0">
                <a:pos x="1772" y="1348"/>
              </a:cxn>
              <a:cxn ang="0">
                <a:pos x="1200" y="1106"/>
              </a:cxn>
              <a:cxn ang="0">
                <a:pos x="1118" y="1070"/>
              </a:cxn>
              <a:cxn ang="0">
                <a:pos x="954" y="994"/>
              </a:cxn>
              <a:cxn ang="0">
                <a:pos x="798" y="908"/>
              </a:cxn>
              <a:cxn ang="0">
                <a:pos x="646" y="814"/>
              </a:cxn>
              <a:cxn ang="0">
                <a:pos x="572" y="760"/>
              </a:cxn>
              <a:cxn ang="0">
                <a:pos x="448" y="658"/>
              </a:cxn>
              <a:cxn ang="0">
                <a:pos x="332" y="548"/>
              </a:cxn>
              <a:cxn ang="0">
                <a:pos x="228" y="426"/>
              </a:cxn>
              <a:cxn ang="0">
                <a:pos x="136" y="292"/>
              </a:cxn>
              <a:cxn ang="0">
                <a:pos x="94" y="222"/>
              </a:cxn>
              <a:cxn ang="0">
                <a:pos x="58" y="150"/>
              </a:cxn>
              <a:cxn ang="0">
                <a:pos x="28" y="76"/>
              </a:cxn>
              <a:cxn ang="0">
                <a:pos x="0" y="0"/>
              </a:cxn>
            </a:cxnLst>
            <a:rect l="0" t="0" r="r" b="b"/>
            <a:pathLst>
              <a:path w="7044" h="4320">
                <a:moveTo>
                  <a:pt x="0" y="0"/>
                </a:moveTo>
                <a:lnTo>
                  <a:pt x="0" y="0"/>
                </a:lnTo>
                <a:lnTo>
                  <a:pt x="7044" y="0"/>
                </a:lnTo>
                <a:lnTo>
                  <a:pt x="7044" y="0"/>
                </a:lnTo>
                <a:lnTo>
                  <a:pt x="7044" y="4320"/>
                </a:lnTo>
                <a:lnTo>
                  <a:pt x="7044" y="4320"/>
                </a:lnTo>
                <a:lnTo>
                  <a:pt x="7040" y="4320"/>
                </a:lnTo>
                <a:lnTo>
                  <a:pt x="7040" y="4320"/>
                </a:lnTo>
                <a:lnTo>
                  <a:pt x="4170" y="4320"/>
                </a:lnTo>
                <a:lnTo>
                  <a:pt x="4170" y="4320"/>
                </a:lnTo>
                <a:lnTo>
                  <a:pt x="4160" y="4320"/>
                </a:lnTo>
                <a:lnTo>
                  <a:pt x="4150" y="4318"/>
                </a:lnTo>
                <a:lnTo>
                  <a:pt x="4140" y="4314"/>
                </a:lnTo>
                <a:lnTo>
                  <a:pt x="4132" y="4308"/>
                </a:lnTo>
                <a:lnTo>
                  <a:pt x="4132" y="4308"/>
                </a:lnTo>
                <a:lnTo>
                  <a:pt x="3522" y="3806"/>
                </a:lnTo>
                <a:lnTo>
                  <a:pt x="3522" y="3806"/>
                </a:lnTo>
                <a:lnTo>
                  <a:pt x="3468" y="3760"/>
                </a:lnTo>
                <a:lnTo>
                  <a:pt x="3416" y="3714"/>
                </a:lnTo>
                <a:lnTo>
                  <a:pt x="3416" y="3714"/>
                </a:lnTo>
                <a:lnTo>
                  <a:pt x="3454" y="3640"/>
                </a:lnTo>
                <a:lnTo>
                  <a:pt x="3492" y="3568"/>
                </a:lnTo>
                <a:lnTo>
                  <a:pt x="3492" y="3568"/>
                </a:lnTo>
                <a:lnTo>
                  <a:pt x="3522" y="3504"/>
                </a:lnTo>
                <a:lnTo>
                  <a:pt x="3552" y="3442"/>
                </a:lnTo>
                <a:lnTo>
                  <a:pt x="3578" y="3378"/>
                </a:lnTo>
                <a:lnTo>
                  <a:pt x="3600" y="3314"/>
                </a:lnTo>
                <a:lnTo>
                  <a:pt x="3622" y="3248"/>
                </a:lnTo>
                <a:lnTo>
                  <a:pt x="3638" y="3182"/>
                </a:lnTo>
                <a:lnTo>
                  <a:pt x="3652" y="3116"/>
                </a:lnTo>
                <a:lnTo>
                  <a:pt x="3664" y="3046"/>
                </a:lnTo>
                <a:lnTo>
                  <a:pt x="3664" y="3046"/>
                </a:lnTo>
                <a:lnTo>
                  <a:pt x="3668" y="3006"/>
                </a:lnTo>
                <a:lnTo>
                  <a:pt x="3670" y="2964"/>
                </a:lnTo>
                <a:lnTo>
                  <a:pt x="3670" y="2924"/>
                </a:lnTo>
                <a:lnTo>
                  <a:pt x="3670" y="2884"/>
                </a:lnTo>
                <a:lnTo>
                  <a:pt x="3666" y="2844"/>
                </a:lnTo>
                <a:lnTo>
                  <a:pt x="3662" y="2802"/>
                </a:lnTo>
                <a:lnTo>
                  <a:pt x="3656" y="2762"/>
                </a:lnTo>
                <a:lnTo>
                  <a:pt x="3648" y="2722"/>
                </a:lnTo>
                <a:lnTo>
                  <a:pt x="3648" y="2722"/>
                </a:lnTo>
                <a:lnTo>
                  <a:pt x="3632" y="2666"/>
                </a:lnTo>
                <a:lnTo>
                  <a:pt x="3612" y="2612"/>
                </a:lnTo>
                <a:lnTo>
                  <a:pt x="3590" y="2560"/>
                </a:lnTo>
                <a:lnTo>
                  <a:pt x="3564" y="2508"/>
                </a:lnTo>
                <a:lnTo>
                  <a:pt x="3536" y="2460"/>
                </a:lnTo>
                <a:lnTo>
                  <a:pt x="3504" y="2412"/>
                </a:lnTo>
                <a:lnTo>
                  <a:pt x="3470" y="2366"/>
                </a:lnTo>
                <a:lnTo>
                  <a:pt x="3434" y="2322"/>
                </a:lnTo>
                <a:lnTo>
                  <a:pt x="3434" y="2322"/>
                </a:lnTo>
                <a:lnTo>
                  <a:pt x="3388" y="2270"/>
                </a:lnTo>
                <a:lnTo>
                  <a:pt x="3338" y="2220"/>
                </a:lnTo>
                <a:lnTo>
                  <a:pt x="3288" y="2174"/>
                </a:lnTo>
                <a:lnTo>
                  <a:pt x="3236" y="2130"/>
                </a:lnTo>
                <a:lnTo>
                  <a:pt x="3182" y="2086"/>
                </a:lnTo>
                <a:lnTo>
                  <a:pt x="3126" y="2046"/>
                </a:lnTo>
                <a:lnTo>
                  <a:pt x="3070" y="2006"/>
                </a:lnTo>
                <a:lnTo>
                  <a:pt x="3012" y="1966"/>
                </a:lnTo>
                <a:lnTo>
                  <a:pt x="3012" y="1966"/>
                </a:lnTo>
                <a:lnTo>
                  <a:pt x="2932" y="1916"/>
                </a:lnTo>
                <a:lnTo>
                  <a:pt x="2850" y="1866"/>
                </a:lnTo>
                <a:lnTo>
                  <a:pt x="2766" y="1818"/>
                </a:lnTo>
                <a:lnTo>
                  <a:pt x="2682" y="1772"/>
                </a:lnTo>
                <a:lnTo>
                  <a:pt x="2598" y="1728"/>
                </a:lnTo>
                <a:lnTo>
                  <a:pt x="2512" y="1686"/>
                </a:lnTo>
                <a:lnTo>
                  <a:pt x="2340" y="1602"/>
                </a:lnTo>
                <a:lnTo>
                  <a:pt x="2340" y="1602"/>
                </a:lnTo>
                <a:lnTo>
                  <a:pt x="2198" y="1536"/>
                </a:lnTo>
                <a:lnTo>
                  <a:pt x="2056" y="1472"/>
                </a:lnTo>
                <a:lnTo>
                  <a:pt x="1772" y="1348"/>
                </a:lnTo>
                <a:lnTo>
                  <a:pt x="1486" y="1226"/>
                </a:lnTo>
                <a:lnTo>
                  <a:pt x="1200" y="1106"/>
                </a:lnTo>
                <a:lnTo>
                  <a:pt x="1200" y="1106"/>
                </a:lnTo>
                <a:lnTo>
                  <a:pt x="1118" y="1070"/>
                </a:lnTo>
                <a:lnTo>
                  <a:pt x="1036" y="1034"/>
                </a:lnTo>
                <a:lnTo>
                  <a:pt x="954" y="994"/>
                </a:lnTo>
                <a:lnTo>
                  <a:pt x="876" y="952"/>
                </a:lnTo>
                <a:lnTo>
                  <a:pt x="798" y="908"/>
                </a:lnTo>
                <a:lnTo>
                  <a:pt x="720" y="862"/>
                </a:lnTo>
                <a:lnTo>
                  <a:pt x="646" y="814"/>
                </a:lnTo>
                <a:lnTo>
                  <a:pt x="572" y="760"/>
                </a:lnTo>
                <a:lnTo>
                  <a:pt x="572" y="760"/>
                </a:lnTo>
                <a:lnTo>
                  <a:pt x="508" y="710"/>
                </a:lnTo>
                <a:lnTo>
                  <a:pt x="448" y="658"/>
                </a:lnTo>
                <a:lnTo>
                  <a:pt x="388" y="604"/>
                </a:lnTo>
                <a:lnTo>
                  <a:pt x="332" y="548"/>
                </a:lnTo>
                <a:lnTo>
                  <a:pt x="278" y="488"/>
                </a:lnTo>
                <a:lnTo>
                  <a:pt x="228" y="426"/>
                </a:lnTo>
                <a:lnTo>
                  <a:pt x="180" y="360"/>
                </a:lnTo>
                <a:lnTo>
                  <a:pt x="136" y="292"/>
                </a:lnTo>
                <a:lnTo>
                  <a:pt x="136" y="292"/>
                </a:lnTo>
                <a:lnTo>
                  <a:pt x="94" y="222"/>
                </a:lnTo>
                <a:lnTo>
                  <a:pt x="76" y="186"/>
                </a:lnTo>
                <a:lnTo>
                  <a:pt x="58" y="150"/>
                </a:lnTo>
                <a:lnTo>
                  <a:pt x="42" y="114"/>
                </a:lnTo>
                <a:lnTo>
                  <a:pt x="28" y="76"/>
                </a:lnTo>
                <a:lnTo>
                  <a:pt x="14" y="38"/>
                </a:lnTo>
                <a:lnTo>
                  <a:pt x="0" y="0"/>
                </a:lnTo>
                <a:lnTo>
                  <a:pt x="0" y="0"/>
                </a:lnTo>
                <a:close/>
              </a:path>
            </a:pathLst>
          </a:custGeom>
          <a:solidFill>
            <a:schemeClr val="tx2"/>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nvGrpSpPr>
          <p:cNvPr id="15" name="Group 14"/>
          <p:cNvGrpSpPr>
            <a:grpSpLocks noChangeAspect="1"/>
          </p:cNvGrpSpPr>
          <p:nvPr userDrawn="1"/>
        </p:nvGrpSpPr>
        <p:grpSpPr>
          <a:xfrm>
            <a:off x="416888" y="4537346"/>
            <a:ext cx="5040000" cy="1123654"/>
            <a:chOff x="728663" y="4465638"/>
            <a:chExt cx="5354637" cy="1193801"/>
          </a:xfrm>
        </p:grpSpPr>
        <p:sp>
          <p:nvSpPr>
            <p:cNvPr id="16"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7"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8"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9"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0"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
        <p:nvSpPr>
          <p:cNvPr id="22" name="Subtitle 2"/>
          <p:cNvSpPr>
            <a:spLocks noGrp="1"/>
          </p:cNvSpPr>
          <p:nvPr>
            <p:ph type="subTitle" idx="1" hasCustomPrompt="1"/>
          </p:nvPr>
        </p:nvSpPr>
        <p:spPr>
          <a:xfrm>
            <a:off x="5665976" y="1690688"/>
            <a:ext cx="6234859" cy="11260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sp>
        <p:nvSpPr>
          <p:cNvPr id="2" name="Titre 1"/>
          <p:cNvSpPr>
            <a:spLocks noGrp="1"/>
          </p:cNvSpPr>
          <p:nvPr>
            <p:ph type="title" hasCustomPrompt="1"/>
          </p:nvPr>
        </p:nvSpPr>
        <p:spPr>
          <a:xfrm>
            <a:off x="5655320" y="622300"/>
            <a:ext cx="6260455" cy="1068388"/>
          </a:xfrm>
          <a:prstGeom prst="rect">
            <a:avLst/>
          </a:prstGeom>
        </p:spPr>
        <p:txBody>
          <a:bodyPr lIns="0" anchor="b"/>
          <a:lstStyle>
            <a:lvl1pPr>
              <a:defRPr sz="2600">
                <a:solidFill>
                  <a:schemeClr val="accent2"/>
                </a:solidFill>
              </a:defRPr>
            </a:lvl1pPr>
          </a:lstStyle>
          <a:p>
            <a:r>
              <a:rPr lang="en-US"/>
              <a:t>Click to insert title</a:t>
            </a:r>
          </a:p>
        </p:txBody>
      </p:sp>
    </p:spTree>
    <p:extLst>
      <p:ext uri="{BB962C8B-B14F-4D97-AF65-F5344CB8AC3E}">
        <p14:creationId xmlns:p14="http://schemas.microsoft.com/office/powerpoint/2010/main" val="1132199565"/>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3">
    <p:bg>
      <p:bgPr>
        <a:solidFill>
          <a:srgbClr val="E6E7E7"/>
        </a:solidFill>
        <a:effectLst/>
      </p:bgPr>
    </p:bg>
    <p:spTree>
      <p:nvGrpSpPr>
        <p:cNvPr id="1" name=""/>
        <p:cNvGrpSpPr/>
        <p:nvPr/>
      </p:nvGrpSpPr>
      <p:grpSpPr>
        <a:xfrm>
          <a:off x="0" y="0"/>
          <a:ext cx="0" cy="0"/>
          <a:chOff x="0" y="0"/>
          <a:chExt cx="0" cy="0"/>
        </a:xfrm>
      </p:grpSpPr>
      <p:graphicFrame>
        <p:nvGraphicFramePr>
          <p:cNvPr id="16" name="Object 15"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6" name="Object 15"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246" name="Freeform 6"/>
          <p:cNvSpPr>
            <a:spLocks/>
          </p:cNvSpPr>
          <p:nvPr userDrawn="1"/>
        </p:nvSpPr>
        <p:spPr bwMode="auto">
          <a:xfrm>
            <a:off x="3771900" y="1847851"/>
            <a:ext cx="8420100" cy="5010150"/>
          </a:xfrm>
          <a:custGeom>
            <a:avLst/>
            <a:gdLst/>
            <a:ahLst/>
            <a:cxnLst>
              <a:cxn ang="0">
                <a:pos x="5302" y="3130"/>
              </a:cxn>
              <a:cxn ang="0">
                <a:pos x="5302" y="994"/>
              </a:cxn>
              <a:cxn ang="0">
                <a:pos x="5302" y="982"/>
              </a:cxn>
              <a:cxn ang="0">
                <a:pos x="5302" y="966"/>
              </a:cxn>
              <a:cxn ang="0">
                <a:pos x="5298" y="962"/>
              </a:cxn>
              <a:cxn ang="0">
                <a:pos x="5284" y="968"/>
              </a:cxn>
              <a:cxn ang="0">
                <a:pos x="5234" y="992"/>
              </a:cxn>
              <a:cxn ang="0">
                <a:pos x="5132" y="1030"/>
              </a:cxn>
              <a:cxn ang="0">
                <a:pos x="5080" y="1044"/>
              </a:cxn>
              <a:cxn ang="0">
                <a:pos x="4944" y="1076"/>
              </a:cxn>
              <a:cxn ang="0">
                <a:pos x="4806" y="1094"/>
              </a:cxn>
              <a:cxn ang="0">
                <a:pos x="4668" y="1104"/>
              </a:cxn>
              <a:cxn ang="0">
                <a:pos x="4528" y="1102"/>
              </a:cxn>
              <a:cxn ang="0">
                <a:pos x="4436" y="1098"/>
              </a:cxn>
              <a:cxn ang="0">
                <a:pos x="4254" y="1080"/>
              </a:cxn>
              <a:cxn ang="0">
                <a:pos x="4074" y="1054"/>
              </a:cxn>
              <a:cxn ang="0">
                <a:pos x="3894" y="1018"/>
              </a:cxn>
              <a:cxn ang="0">
                <a:pos x="3806" y="996"/>
              </a:cxn>
              <a:cxn ang="0">
                <a:pos x="3518" y="918"/>
              </a:cxn>
              <a:cxn ang="0">
                <a:pos x="3236" y="828"/>
              </a:cxn>
              <a:cxn ang="0">
                <a:pos x="2956" y="724"/>
              </a:cxn>
              <a:cxn ang="0">
                <a:pos x="2680" y="612"/>
              </a:cxn>
              <a:cxn ang="0">
                <a:pos x="2522" y="544"/>
              </a:cxn>
              <a:cxn ang="0">
                <a:pos x="2210" y="402"/>
              </a:cxn>
              <a:cxn ang="0">
                <a:pos x="1902" y="250"/>
              </a:cxn>
              <a:cxn ang="0">
                <a:pos x="1596" y="92"/>
              </a:cxn>
              <a:cxn ang="0">
                <a:pos x="1446" y="10"/>
              </a:cxn>
              <a:cxn ang="0">
                <a:pos x="1434" y="4"/>
              </a:cxn>
              <a:cxn ang="0">
                <a:pos x="1432" y="0"/>
              </a:cxn>
              <a:cxn ang="0">
                <a:pos x="1424" y="0"/>
              </a:cxn>
              <a:cxn ang="0">
                <a:pos x="1286" y="88"/>
              </a:cxn>
              <a:cxn ang="0">
                <a:pos x="1132" y="194"/>
              </a:cxn>
              <a:cxn ang="0">
                <a:pos x="982" y="304"/>
              </a:cxn>
              <a:cxn ang="0">
                <a:pos x="838" y="422"/>
              </a:cxn>
              <a:cxn ang="0">
                <a:pos x="702" y="548"/>
              </a:cxn>
              <a:cxn ang="0">
                <a:pos x="660" y="592"/>
              </a:cxn>
              <a:cxn ang="0">
                <a:pos x="578" y="678"/>
              </a:cxn>
              <a:cxn ang="0">
                <a:pos x="500" y="768"/>
              </a:cxn>
              <a:cxn ang="0">
                <a:pos x="428" y="862"/>
              </a:cxn>
              <a:cxn ang="0">
                <a:pos x="360" y="958"/>
              </a:cxn>
              <a:cxn ang="0">
                <a:pos x="296" y="1058"/>
              </a:cxn>
              <a:cxn ang="0">
                <a:pos x="240" y="1162"/>
              </a:cxn>
              <a:cxn ang="0">
                <a:pos x="188" y="1270"/>
              </a:cxn>
              <a:cxn ang="0">
                <a:pos x="164" y="1326"/>
              </a:cxn>
              <a:cxn ang="0">
                <a:pos x="114" y="1460"/>
              </a:cxn>
              <a:cxn ang="0">
                <a:pos x="72" y="1596"/>
              </a:cxn>
              <a:cxn ang="0">
                <a:pos x="42" y="1736"/>
              </a:cxn>
              <a:cxn ang="0">
                <a:pos x="18" y="1876"/>
              </a:cxn>
              <a:cxn ang="0">
                <a:pos x="10" y="1958"/>
              </a:cxn>
              <a:cxn ang="0">
                <a:pos x="4" y="2038"/>
              </a:cxn>
              <a:cxn ang="0">
                <a:pos x="2" y="2052"/>
              </a:cxn>
              <a:cxn ang="0">
                <a:pos x="0" y="2054"/>
              </a:cxn>
              <a:cxn ang="0">
                <a:pos x="0" y="2312"/>
              </a:cxn>
              <a:cxn ang="0">
                <a:pos x="6" y="2330"/>
              </a:cxn>
              <a:cxn ang="0">
                <a:pos x="6" y="2350"/>
              </a:cxn>
              <a:cxn ang="0">
                <a:pos x="26" y="2552"/>
              </a:cxn>
              <a:cxn ang="0">
                <a:pos x="56" y="2752"/>
              </a:cxn>
              <a:cxn ang="0">
                <a:pos x="100" y="2950"/>
              </a:cxn>
              <a:cxn ang="0">
                <a:pos x="150" y="3148"/>
              </a:cxn>
              <a:cxn ang="0">
                <a:pos x="154" y="3156"/>
              </a:cxn>
              <a:cxn ang="0">
                <a:pos x="5304" y="3156"/>
              </a:cxn>
              <a:cxn ang="0">
                <a:pos x="5302" y="3130"/>
              </a:cxn>
            </a:cxnLst>
            <a:rect l="0" t="0" r="r" b="b"/>
            <a:pathLst>
              <a:path w="5304" h="3156">
                <a:moveTo>
                  <a:pt x="5302" y="3130"/>
                </a:moveTo>
                <a:lnTo>
                  <a:pt x="5302" y="3130"/>
                </a:lnTo>
                <a:lnTo>
                  <a:pt x="5302" y="994"/>
                </a:lnTo>
                <a:lnTo>
                  <a:pt x="5302" y="994"/>
                </a:lnTo>
                <a:lnTo>
                  <a:pt x="5302" y="982"/>
                </a:lnTo>
                <a:lnTo>
                  <a:pt x="5302" y="982"/>
                </a:lnTo>
                <a:lnTo>
                  <a:pt x="5302" y="968"/>
                </a:lnTo>
                <a:lnTo>
                  <a:pt x="5302" y="966"/>
                </a:lnTo>
                <a:lnTo>
                  <a:pt x="5300" y="964"/>
                </a:lnTo>
                <a:lnTo>
                  <a:pt x="5298" y="962"/>
                </a:lnTo>
                <a:lnTo>
                  <a:pt x="5294" y="964"/>
                </a:lnTo>
                <a:lnTo>
                  <a:pt x="5284" y="968"/>
                </a:lnTo>
                <a:lnTo>
                  <a:pt x="5284" y="968"/>
                </a:lnTo>
                <a:lnTo>
                  <a:pt x="5234" y="992"/>
                </a:lnTo>
                <a:lnTo>
                  <a:pt x="5184" y="1012"/>
                </a:lnTo>
                <a:lnTo>
                  <a:pt x="5132" y="1030"/>
                </a:lnTo>
                <a:lnTo>
                  <a:pt x="5080" y="1044"/>
                </a:lnTo>
                <a:lnTo>
                  <a:pt x="5080" y="1044"/>
                </a:lnTo>
                <a:lnTo>
                  <a:pt x="5012" y="1062"/>
                </a:lnTo>
                <a:lnTo>
                  <a:pt x="4944" y="1076"/>
                </a:lnTo>
                <a:lnTo>
                  <a:pt x="4876" y="1086"/>
                </a:lnTo>
                <a:lnTo>
                  <a:pt x="4806" y="1094"/>
                </a:lnTo>
                <a:lnTo>
                  <a:pt x="4736" y="1100"/>
                </a:lnTo>
                <a:lnTo>
                  <a:pt x="4668" y="1104"/>
                </a:lnTo>
                <a:lnTo>
                  <a:pt x="4598" y="1104"/>
                </a:lnTo>
                <a:lnTo>
                  <a:pt x="4528" y="1102"/>
                </a:lnTo>
                <a:lnTo>
                  <a:pt x="4528" y="1102"/>
                </a:lnTo>
                <a:lnTo>
                  <a:pt x="4436" y="1098"/>
                </a:lnTo>
                <a:lnTo>
                  <a:pt x="4344" y="1090"/>
                </a:lnTo>
                <a:lnTo>
                  <a:pt x="4254" y="1080"/>
                </a:lnTo>
                <a:lnTo>
                  <a:pt x="4164" y="1068"/>
                </a:lnTo>
                <a:lnTo>
                  <a:pt x="4074" y="1054"/>
                </a:lnTo>
                <a:lnTo>
                  <a:pt x="3984" y="1036"/>
                </a:lnTo>
                <a:lnTo>
                  <a:pt x="3894" y="1018"/>
                </a:lnTo>
                <a:lnTo>
                  <a:pt x="3806" y="996"/>
                </a:lnTo>
                <a:lnTo>
                  <a:pt x="3806" y="996"/>
                </a:lnTo>
                <a:lnTo>
                  <a:pt x="3660" y="960"/>
                </a:lnTo>
                <a:lnTo>
                  <a:pt x="3518" y="918"/>
                </a:lnTo>
                <a:lnTo>
                  <a:pt x="3376" y="874"/>
                </a:lnTo>
                <a:lnTo>
                  <a:pt x="3236" y="828"/>
                </a:lnTo>
                <a:lnTo>
                  <a:pt x="3096" y="778"/>
                </a:lnTo>
                <a:lnTo>
                  <a:pt x="2956" y="724"/>
                </a:lnTo>
                <a:lnTo>
                  <a:pt x="2818" y="670"/>
                </a:lnTo>
                <a:lnTo>
                  <a:pt x="2680" y="612"/>
                </a:lnTo>
                <a:lnTo>
                  <a:pt x="2680" y="612"/>
                </a:lnTo>
                <a:lnTo>
                  <a:pt x="2522" y="544"/>
                </a:lnTo>
                <a:lnTo>
                  <a:pt x="2366" y="474"/>
                </a:lnTo>
                <a:lnTo>
                  <a:pt x="2210" y="402"/>
                </a:lnTo>
                <a:lnTo>
                  <a:pt x="2056" y="326"/>
                </a:lnTo>
                <a:lnTo>
                  <a:pt x="1902" y="250"/>
                </a:lnTo>
                <a:lnTo>
                  <a:pt x="1748" y="172"/>
                </a:lnTo>
                <a:lnTo>
                  <a:pt x="1596" y="92"/>
                </a:lnTo>
                <a:lnTo>
                  <a:pt x="1446" y="10"/>
                </a:lnTo>
                <a:lnTo>
                  <a:pt x="1446" y="10"/>
                </a:lnTo>
                <a:lnTo>
                  <a:pt x="1438" y="6"/>
                </a:lnTo>
                <a:lnTo>
                  <a:pt x="1434" y="4"/>
                </a:lnTo>
                <a:lnTo>
                  <a:pt x="1432" y="0"/>
                </a:lnTo>
                <a:lnTo>
                  <a:pt x="1432" y="0"/>
                </a:lnTo>
                <a:lnTo>
                  <a:pt x="1424" y="0"/>
                </a:lnTo>
                <a:lnTo>
                  <a:pt x="1424" y="0"/>
                </a:lnTo>
                <a:lnTo>
                  <a:pt x="1286" y="88"/>
                </a:lnTo>
                <a:lnTo>
                  <a:pt x="1286" y="88"/>
                </a:lnTo>
                <a:lnTo>
                  <a:pt x="1208" y="140"/>
                </a:lnTo>
                <a:lnTo>
                  <a:pt x="1132" y="194"/>
                </a:lnTo>
                <a:lnTo>
                  <a:pt x="1056" y="248"/>
                </a:lnTo>
                <a:lnTo>
                  <a:pt x="982" y="304"/>
                </a:lnTo>
                <a:lnTo>
                  <a:pt x="910" y="362"/>
                </a:lnTo>
                <a:lnTo>
                  <a:pt x="838" y="422"/>
                </a:lnTo>
                <a:lnTo>
                  <a:pt x="770" y="484"/>
                </a:lnTo>
                <a:lnTo>
                  <a:pt x="702" y="548"/>
                </a:lnTo>
                <a:lnTo>
                  <a:pt x="702" y="548"/>
                </a:lnTo>
                <a:lnTo>
                  <a:pt x="660" y="592"/>
                </a:lnTo>
                <a:lnTo>
                  <a:pt x="618" y="634"/>
                </a:lnTo>
                <a:lnTo>
                  <a:pt x="578" y="678"/>
                </a:lnTo>
                <a:lnTo>
                  <a:pt x="538" y="724"/>
                </a:lnTo>
                <a:lnTo>
                  <a:pt x="500" y="768"/>
                </a:lnTo>
                <a:lnTo>
                  <a:pt x="464" y="814"/>
                </a:lnTo>
                <a:lnTo>
                  <a:pt x="428" y="862"/>
                </a:lnTo>
                <a:lnTo>
                  <a:pt x="392" y="910"/>
                </a:lnTo>
                <a:lnTo>
                  <a:pt x="360" y="958"/>
                </a:lnTo>
                <a:lnTo>
                  <a:pt x="328" y="1008"/>
                </a:lnTo>
                <a:lnTo>
                  <a:pt x="296" y="1058"/>
                </a:lnTo>
                <a:lnTo>
                  <a:pt x="268" y="1110"/>
                </a:lnTo>
                <a:lnTo>
                  <a:pt x="240" y="1162"/>
                </a:lnTo>
                <a:lnTo>
                  <a:pt x="212" y="1216"/>
                </a:lnTo>
                <a:lnTo>
                  <a:pt x="188" y="1270"/>
                </a:lnTo>
                <a:lnTo>
                  <a:pt x="164" y="1326"/>
                </a:lnTo>
                <a:lnTo>
                  <a:pt x="164" y="1326"/>
                </a:lnTo>
                <a:lnTo>
                  <a:pt x="136" y="1392"/>
                </a:lnTo>
                <a:lnTo>
                  <a:pt x="114" y="1460"/>
                </a:lnTo>
                <a:lnTo>
                  <a:pt x="92" y="1528"/>
                </a:lnTo>
                <a:lnTo>
                  <a:pt x="72" y="1596"/>
                </a:lnTo>
                <a:lnTo>
                  <a:pt x="56" y="1666"/>
                </a:lnTo>
                <a:lnTo>
                  <a:pt x="42" y="1736"/>
                </a:lnTo>
                <a:lnTo>
                  <a:pt x="28" y="1806"/>
                </a:lnTo>
                <a:lnTo>
                  <a:pt x="18" y="1876"/>
                </a:lnTo>
                <a:lnTo>
                  <a:pt x="18" y="1876"/>
                </a:lnTo>
                <a:lnTo>
                  <a:pt x="10" y="1958"/>
                </a:lnTo>
                <a:lnTo>
                  <a:pt x="4" y="2038"/>
                </a:lnTo>
                <a:lnTo>
                  <a:pt x="4" y="2038"/>
                </a:lnTo>
                <a:lnTo>
                  <a:pt x="4" y="2048"/>
                </a:lnTo>
                <a:lnTo>
                  <a:pt x="2" y="2052"/>
                </a:lnTo>
                <a:lnTo>
                  <a:pt x="0" y="2054"/>
                </a:lnTo>
                <a:lnTo>
                  <a:pt x="0" y="2054"/>
                </a:lnTo>
                <a:lnTo>
                  <a:pt x="0" y="2312"/>
                </a:lnTo>
                <a:lnTo>
                  <a:pt x="0" y="2312"/>
                </a:lnTo>
                <a:lnTo>
                  <a:pt x="4" y="2320"/>
                </a:lnTo>
                <a:lnTo>
                  <a:pt x="6" y="2330"/>
                </a:lnTo>
                <a:lnTo>
                  <a:pt x="6" y="2350"/>
                </a:lnTo>
                <a:lnTo>
                  <a:pt x="6" y="2350"/>
                </a:lnTo>
                <a:lnTo>
                  <a:pt x="14" y="2452"/>
                </a:lnTo>
                <a:lnTo>
                  <a:pt x="26" y="2552"/>
                </a:lnTo>
                <a:lnTo>
                  <a:pt x="40" y="2652"/>
                </a:lnTo>
                <a:lnTo>
                  <a:pt x="56" y="2752"/>
                </a:lnTo>
                <a:lnTo>
                  <a:pt x="76" y="2852"/>
                </a:lnTo>
                <a:lnTo>
                  <a:pt x="100" y="2950"/>
                </a:lnTo>
                <a:lnTo>
                  <a:pt x="124" y="3050"/>
                </a:lnTo>
                <a:lnTo>
                  <a:pt x="150" y="3148"/>
                </a:lnTo>
                <a:lnTo>
                  <a:pt x="150" y="3148"/>
                </a:lnTo>
                <a:lnTo>
                  <a:pt x="154" y="3156"/>
                </a:lnTo>
                <a:lnTo>
                  <a:pt x="154" y="3156"/>
                </a:lnTo>
                <a:lnTo>
                  <a:pt x="5304" y="3156"/>
                </a:lnTo>
                <a:lnTo>
                  <a:pt x="5304" y="3156"/>
                </a:lnTo>
                <a:lnTo>
                  <a:pt x="5302" y="3130"/>
                </a:lnTo>
                <a:lnTo>
                  <a:pt x="5302" y="313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7" name="Title 1"/>
          <p:cNvSpPr>
            <a:spLocks noGrp="1"/>
          </p:cNvSpPr>
          <p:nvPr>
            <p:ph type="ctrTitle" hasCustomPrompt="1"/>
          </p:nvPr>
        </p:nvSpPr>
        <p:spPr>
          <a:xfrm>
            <a:off x="5016499" y="3644152"/>
            <a:ext cx="6899275"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gn="l">
              <a:lnSpc>
                <a:spcPts val="3000"/>
              </a:lnSpc>
              <a:defRPr lang="en-US" sz="2600" b="0" dirty="0">
                <a:solidFill>
                  <a:schemeClr val="bg1"/>
                </a:solidFill>
              </a:defRPr>
            </a:lvl1pPr>
          </a:lstStyle>
          <a:p>
            <a:pPr marL="0" lvl="0"/>
            <a:r>
              <a:rPr lang="en-US"/>
              <a:t>Click to insert title</a:t>
            </a:r>
          </a:p>
        </p:txBody>
      </p:sp>
      <p:sp>
        <p:nvSpPr>
          <p:cNvPr id="8" name="Subtitle 2"/>
          <p:cNvSpPr>
            <a:spLocks noGrp="1"/>
          </p:cNvSpPr>
          <p:nvPr>
            <p:ph type="subTitle" idx="1" hasCustomPrompt="1"/>
          </p:nvPr>
        </p:nvSpPr>
        <p:spPr>
          <a:xfrm>
            <a:off x="5016499" y="5236923"/>
            <a:ext cx="6899275"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grpSp>
        <p:nvGrpSpPr>
          <p:cNvPr id="22" name="Group 14"/>
          <p:cNvGrpSpPr>
            <a:grpSpLocks noChangeAspect="1"/>
          </p:cNvGrpSpPr>
          <p:nvPr userDrawn="1"/>
        </p:nvGrpSpPr>
        <p:grpSpPr>
          <a:xfrm>
            <a:off x="407988" y="695702"/>
            <a:ext cx="5040000" cy="1123653"/>
            <a:chOff x="728663" y="4465638"/>
            <a:chExt cx="5354637" cy="1193800"/>
          </a:xfrm>
        </p:grpSpPr>
        <p:sp>
          <p:nvSpPr>
            <p:cNvPr id="23"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4"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5"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6"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7"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Tree>
    <p:extLst>
      <p:ext uri="{BB962C8B-B14F-4D97-AF65-F5344CB8AC3E}">
        <p14:creationId xmlns:p14="http://schemas.microsoft.com/office/powerpoint/2010/main" val="2664802671"/>
      </p:ext>
    </p:extLst>
  </p:cSld>
  <p:clrMapOvr>
    <a:masterClrMapping/>
  </p:clrMapOvr>
  <p:extLst>
    <p:ext uri="{DCECCB84-F9BA-43D5-87BE-67443E8EF086}">
      <p15:sldGuideLst xmlns:p15="http://schemas.microsoft.com/office/powerpoint/2012/main">
        <p15:guide id="1" orient="horz" pos="935">
          <p15:clr>
            <a:srgbClr val="FBAE40"/>
          </p15:clr>
        </p15:guide>
        <p15:guide id="2" pos="257">
          <p15:clr>
            <a:srgbClr val="FBAE40"/>
          </p15:clr>
        </p15:guide>
        <p15:guide id="3" pos="31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4">
    <p:bg>
      <p:bgPr>
        <a:solidFill>
          <a:srgbClr val="E6E7E7"/>
        </a:solidFill>
        <a:effectLst/>
      </p:bgPr>
    </p:bg>
    <p:spTree>
      <p:nvGrpSpPr>
        <p:cNvPr id="1" name=""/>
        <p:cNvGrpSpPr/>
        <p:nvPr/>
      </p:nvGrpSpPr>
      <p:grpSpPr>
        <a:xfrm>
          <a:off x="0" y="0"/>
          <a:ext cx="0" cy="0"/>
          <a:chOff x="0" y="0"/>
          <a:chExt cx="0" cy="0"/>
        </a:xfrm>
      </p:grpSpPr>
      <p:graphicFrame>
        <p:nvGraphicFramePr>
          <p:cNvPr id="14" name="Object 13"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4" name="Object 13"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271" name="Freeform 7"/>
          <p:cNvSpPr>
            <a:spLocks/>
          </p:cNvSpPr>
          <p:nvPr userDrawn="1"/>
        </p:nvSpPr>
        <p:spPr bwMode="auto">
          <a:xfrm>
            <a:off x="5892403" y="1"/>
            <a:ext cx="6327776" cy="5670550"/>
          </a:xfrm>
          <a:custGeom>
            <a:avLst/>
            <a:gdLst/>
            <a:ahLst/>
            <a:cxnLst>
              <a:cxn ang="0">
                <a:pos x="3986" y="2526"/>
              </a:cxn>
              <a:cxn ang="0">
                <a:pos x="3986" y="2512"/>
              </a:cxn>
              <a:cxn ang="0">
                <a:pos x="3986" y="0"/>
              </a:cxn>
              <a:cxn ang="0">
                <a:pos x="648" y="0"/>
              </a:cxn>
              <a:cxn ang="0">
                <a:pos x="682" y="84"/>
              </a:cxn>
              <a:cxn ang="0">
                <a:pos x="698" y="132"/>
              </a:cxn>
              <a:cxn ang="0">
                <a:pos x="724" y="230"/>
              </a:cxn>
              <a:cxn ang="0">
                <a:pos x="738" y="328"/>
              </a:cxn>
              <a:cxn ang="0">
                <a:pos x="744" y="428"/>
              </a:cxn>
              <a:cxn ang="0">
                <a:pos x="744" y="478"/>
              </a:cxn>
              <a:cxn ang="0">
                <a:pos x="734" y="656"/>
              </a:cxn>
              <a:cxn ang="0">
                <a:pos x="710" y="830"/>
              </a:cxn>
              <a:cxn ang="0">
                <a:pos x="674" y="1002"/>
              </a:cxn>
              <a:cxn ang="0">
                <a:pos x="628" y="1172"/>
              </a:cxn>
              <a:cxn ang="0">
                <a:pos x="590" y="1296"/>
              </a:cxn>
              <a:cxn ang="0">
                <a:pos x="504" y="1542"/>
              </a:cxn>
              <a:cxn ang="0">
                <a:pos x="406" y="1782"/>
              </a:cxn>
              <a:cxn ang="0">
                <a:pos x="300" y="2020"/>
              </a:cxn>
              <a:cxn ang="0">
                <a:pos x="244" y="2136"/>
              </a:cxn>
              <a:cxn ang="0">
                <a:pos x="128" y="2366"/>
              </a:cxn>
              <a:cxn ang="0">
                <a:pos x="8" y="2594"/>
              </a:cxn>
              <a:cxn ang="0">
                <a:pos x="0" y="2608"/>
              </a:cxn>
              <a:cxn ang="0">
                <a:pos x="0" y="2612"/>
              </a:cxn>
              <a:cxn ang="0">
                <a:pos x="50" y="2690"/>
              </a:cxn>
              <a:cxn ang="0">
                <a:pos x="100" y="2766"/>
              </a:cxn>
              <a:cxn ang="0">
                <a:pos x="190" y="2890"/>
              </a:cxn>
              <a:cxn ang="0">
                <a:pos x="286" y="3006"/>
              </a:cxn>
              <a:cxn ang="0">
                <a:pos x="390" y="3116"/>
              </a:cxn>
              <a:cxn ang="0">
                <a:pos x="502" y="3220"/>
              </a:cxn>
              <a:cxn ang="0">
                <a:pos x="540" y="3252"/>
              </a:cxn>
              <a:cxn ang="0">
                <a:pos x="622" y="3312"/>
              </a:cxn>
              <a:cxn ang="0">
                <a:pos x="706" y="3366"/>
              </a:cxn>
              <a:cxn ang="0">
                <a:pos x="792" y="3414"/>
              </a:cxn>
              <a:cxn ang="0">
                <a:pos x="882" y="3456"/>
              </a:cxn>
              <a:cxn ang="0">
                <a:pos x="976" y="3492"/>
              </a:cxn>
              <a:cxn ang="0">
                <a:pos x="1070" y="3520"/>
              </a:cxn>
              <a:cxn ang="0">
                <a:pos x="1170" y="3542"/>
              </a:cxn>
              <a:cxn ang="0">
                <a:pos x="1220" y="3552"/>
              </a:cxn>
              <a:cxn ang="0">
                <a:pos x="1374" y="3568"/>
              </a:cxn>
              <a:cxn ang="0">
                <a:pos x="1382" y="3568"/>
              </a:cxn>
              <a:cxn ang="0">
                <a:pos x="1390" y="3572"/>
              </a:cxn>
              <a:cxn ang="0">
                <a:pos x="1420" y="3572"/>
              </a:cxn>
              <a:cxn ang="0">
                <a:pos x="1544" y="3572"/>
              </a:cxn>
              <a:cxn ang="0">
                <a:pos x="1544" y="3568"/>
              </a:cxn>
              <a:cxn ang="0">
                <a:pos x="1610" y="3564"/>
              </a:cxn>
              <a:cxn ang="0">
                <a:pos x="1740" y="3552"/>
              </a:cxn>
              <a:cxn ang="0">
                <a:pos x="1870" y="3530"/>
              </a:cxn>
              <a:cxn ang="0">
                <a:pos x="1998" y="3502"/>
              </a:cxn>
              <a:cxn ang="0">
                <a:pos x="2062" y="3486"/>
              </a:cxn>
              <a:cxn ang="0">
                <a:pos x="2262" y="3426"/>
              </a:cxn>
              <a:cxn ang="0">
                <a:pos x="2458" y="3356"/>
              </a:cxn>
              <a:cxn ang="0">
                <a:pos x="2650" y="3276"/>
              </a:cxn>
              <a:cxn ang="0">
                <a:pos x="2840" y="3190"/>
              </a:cxn>
              <a:cxn ang="0">
                <a:pos x="2966" y="3128"/>
              </a:cxn>
              <a:cxn ang="0">
                <a:pos x="3218" y="2996"/>
              </a:cxn>
              <a:cxn ang="0">
                <a:pos x="3464" y="2858"/>
              </a:cxn>
              <a:cxn ang="0">
                <a:pos x="3708" y="2714"/>
              </a:cxn>
              <a:cxn ang="0">
                <a:pos x="3828" y="2640"/>
              </a:cxn>
              <a:cxn ang="0">
                <a:pos x="3974" y="2548"/>
              </a:cxn>
              <a:cxn ang="0">
                <a:pos x="3984" y="2540"/>
              </a:cxn>
              <a:cxn ang="0">
                <a:pos x="3986" y="2526"/>
              </a:cxn>
            </a:cxnLst>
            <a:rect l="0" t="0" r="r" b="b"/>
            <a:pathLst>
              <a:path w="3986" h="3572">
                <a:moveTo>
                  <a:pt x="3986" y="2526"/>
                </a:moveTo>
                <a:lnTo>
                  <a:pt x="3986" y="2526"/>
                </a:lnTo>
                <a:lnTo>
                  <a:pt x="3986" y="2512"/>
                </a:lnTo>
                <a:lnTo>
                  <a:pt x="3986" y="2512"/>
                </a:lnTo>
                <a:lnTo>
                  <a:pt x="3986" y="0"/>
                </a:lnTo>
                <a:lnTo>
                  <a:pt x="3986" y="0"/>
                </a:lnTo>
                <a:lnTo>
                  <a:pt x="648" y="0"/>
                </a:lnTo>
                <a:lnTo>
                  <a:pt x="648" y="0"/>
                </a:lnTo>
                <a:lnTo>
                  <a:pt x="666" y="42"/>
                </a:lnTo>
                <a:lnTo>
                  <a:pt x="682" y="84"/>
                </a:lnTo>
                <a:lnTo>
                  <a:pt x="682" y="84"/>
                </a:lnTo>
                <a:lnTo>
                  <a:pt x="698" y="132"/>
                </a:lnTo>
                <a:lnTo>
                  <a:pt x="712" y="182"/>
                </a:lnTo>
                <a:lnTo>
                  <a:pt x="724" y="230"/>
                </a:lnTo>
                <a:lnTo>
                  <a:pt x="732" y="280"/>
                </a:lnTo>
                <a:lnTo>
                  <a:pt x="738" y="328"/>
                </a:lnTo>
                <a:lnTo>
                  <a:pt x="742" y="378"/>
                </a:lnTo>
                <a:lnTo>
                  <a:pt x="744" y="428"/>
                </a:lnTo>
                <a:lnTo>
                  <a:pt x="744" y="478"/>
                </a:lnTo>
                <a:lnTo>
                  <a:pt x="744" y="478"/>
                </a:lnTo>
                <a:lnTo>
                  <a:pt x="742" y="568"/>
                </a:lnTo>
                <a:lnTo>
                  <a:pt x="734" y="656"/>
                </a:lnTo>
                <a:lnTo>
                  <a:pt x="724" y="742"/>
                </a:lnTo>
                <a:lnTo>
                  <a:pt x="710" y="830"/>
                </a:lnTo>
                <a:lnTo>
                  <a:pt x="694" y="916"/>
                </a:lnTo>
                <a:lnTo>
                  <a:pt x="674" y="1002"/>
                </a:lnTo>
                <a:lnTo>
                  <a:pt x="652" y="1088"/>
                </a:lnTo>
                <a:lnTo>
                  <a:pt x="628" y="1172"/>
                </a:lnTo>
                <a:lnTo>
                  <a:pt x="628" y="1172"/>
                </a:lnTo>
                <a:lnTo>
                  <a:pt x="590" y="1296"/>
                </a:lnTo>
                <a:lnTo>
                  <a:pt x="548" y="1420"/>
                </a:lnTo>
                <a:lnTo>
                  <a:pt x="504" y="1542"/>
                </a:lnTo>
                <a:lnTo>
                  <a:pt x="456" y="1662"/>
                </a:lnTo>
                <a:lnTo>
                  <a:pt x="406" y="1782"/>
                </a:lnTo>
                <a:lnTo>
                  <a:pt x="354" y="1900"/>
                </a:lnTo>
                <a:lnTo>
                  <a:pt x="300" y="2020"/>
                </a:lnTo>
                <a:lnTo>
                  <a:pt x="244" y="2136"/>
                </a:lnTo>
                <a:lnTo>
                  <a:pt x="244" y="2136"/>
                </a:lnTo>
                <a:lnTo>
                  <a:pt x="188" y="2252"/>
                </a:lnTo>
                <a:lnTo>
                  <a:pt x="128" y="2366"/>
                </a:lnTo>
                <a:lnTo>
                  <a:pt x="70" y="2480"/>
                </a:lnTo>
                <a:lnTo>
                  <a:pt x="8" y="2594"/>
                </a:lnTo>
                <a:lnTo>
                  <a:pt x="8" y="2594"/>
                </a:lnTo>
                <a:lnTo>
                  <a:pt x="0" y="2608"/>
                </a:lnTo>
                <a:lnTo>
                  <a:pt x="0" y="2608"/>
                </a:lnTo>
                <a:lnTo>
                  <a:pt x="0" y="2612"/>
                </a:lnTo>
                <a:lnTo>
                  <a:pt x="0" y="2612"/>
                </a:lnTo>
                <a:lnTo>
                  <a:pt x="50" y="2690"/>
                </a:lnTo>
                <a:lnTo>
                  <a:pt x="100" y="2766"/>
                </a:lnTo>
                <a:lnTo>
                  <a:pt x="100" y="2766"/>
                </a:lnTo>
                <a:lnTo>
                  <a:pt x="144" y="2828"/>
                </a:lnTo>
                <a:lnTo>
                  <a:pt x="190" y="2890"/>
                </a:lnTo>
                <a:lnTo>
                  <a:pt x="236" y="2948"/>
                </a:lnTo>
                <a:lnTo>
                  <a:pt x="286" y="3006"/>
                </a:lnTo>
                <a:lnTo>
                  <a:pt x="336" y="3062"/>
                </a:lnTo>
                <a:lnTo>
                  <a:pt x="390" y="3116"/>
                </a:lnTo>
                <a:lnTo>
                  <a:pt x="444" y="3170"/>
                </a:lnTo>
                <a:lnTo>
                  <a:pt x="502" y="3220"/>
                </a:lnTo>
                <a:lnTo>
                  <a:pt x="502" y="3220"/>
                </a:lnTo>
                <a:lnTo>
                  <a:pt x="540" y="3252"/>
                </a:lnTo>
                <a:lnTo>
                  <a:pt x="582" y="3282"/>
                </a:lnTo>
                <a:lnTo>
                  <a:pt x="622" y="3312"/>
                </a:lnTo>
                <a:lnTo>
                  <a:pt x="664" y="3340"/>
                </a:lnTo>
                <a:lnTo>
                  <a:pt x="706" y="3366"/>
                </a:lnTo>
                <a:lnTo>
                  <a:pt x="750" y="3390"/>
                </a:lnTo>
                <a:lnTo>
                  <a:pt x="792" y="3414"/>
                </a:lnTo>
                <a:lnTo>
                  <a:pt x="838" y="3436"/>
                </a:lnTo>
                <a:lnTo>
                  <a:pt x="882" y="3456"/>
                </a:lnTo>
                <a:lnTo>
                  <a:pt x="928" y="3474"/>
                </a:lnTo>
                <a:lnTo>
                  <a:pt x="976" y="3492"/>
                </a:lnTo>
                <a:lnTo>
                  <a:pt x="1022" y="3506"/>
                </a:lnTo>
                <a:lnTo>
                  <a:pt x="1070" y="3520"/>
                </a:lnTo>
                <a:lnTo>
                  <a:pt x="1120" y="3532"/>
                </a:lnTo>
                <a:lnTo>
                  <a:pt x="1170" y="3542"/>
                </a:lnTo>
                <a:lnTo>
                  <a:pt x="1220" y="3552"/>
                </a:lnTo>
                <a:lnTo>
                  <a:pt x="1220" y="3552"/>
                </a:lnTo>
                <a:lnTo>
                  <a:pt x="1296" y="3562"/>
                </a:lnTo>
                <a:lnTo>
                  <a:pt x="1374" y="3568"/>
                </a:lnTo>
                <a:lnTo>
                  <a:pt x="1374" y="3568"/>
                </a:lnTo>
                <a:lnTo>
                  <a:pt x="1382" y="3568"/>
                </a:lnTo>
                <a:lnTo>
                  <a:pt x="1386" y="3568"/>
                </a:lnTo>
                <a:lnTo>
                  <a:pt x="1390" y="3572"/>
                </a:lnTo>
                <a:lnTo>
                  <a:pt x="1390" y="3572"/>
                </a:lnTo>
                <a:lnTo>
                  <a:pt x="1420" y="3572"/>
                </a:lnTo>
                <a:lnTo>
                  <a:pt x="1420" y="3572"/>
                </a:lnTo>
                <a:lnTo>
                  <a:pt x="1544" y="3572"/>
                </a:lnTo>
                <a:lnTo>
                  <a:pt x="1544" y="3572"/>
                </a:lnTo>
                <a:lnTo>
                  <a:pt x="1544" y="3568"/>
                </a:lnTo>
                <a:lnTo>
                  <a:pt x="1544" y="3568"/>
                </a:lnTo>
                <a:lnTo>
                  <a:pt x="1610" y="3564"/>
                </a:lnTo>
                <a:lnTo>
                  <a:pt x="1676" y="3558"/>
                </a:lnTo>
                <a:lnTo>
                  <a:pt x="1740" y="3552"/>
                </a:lnTo>
                <a:lnTo>
                  <a:pt x="1806" y="3542"/>
                </a:lnTo>
                <a:lnTo>
                  <a:pt x="1870" y="3530"/>
                </a:lnTo>
                <a:lnTo>
                  <a:pt x="1934" y="3516"/>
                </a:lnTo>
                <a:lnTo>
                  <a:pt x="1998" y="3502"/>
                </a:lnTo>
                <a:lnTo>
                  <a:pt x="2062" y="3486"/>
                </a:lnTo>
                <a:lnTo>
                  <a:pt x="2062" y="3486"/>
                </a:lnTo>
                <a:lnTo>
                  <a:pt x="2162" y="3458"/>
                </a:lnTo>
                <a:lnTo>
                  <a:pt x="2262" y="3426"/>
                </a:lnTo>
                <a:lnTo>
                  <a:pt x="2360" y="3392"/>
                </a:lnTo>
                <a:lnTo>
                  <a:pt x="2458" y="3356"/>
                </a:lnTo>
                <a:lnTo>
                  <a:pt x="2554" y="3316"/>
                </a:lnTo>
                <a:lnTo>
                  <a:pt x="2650" y="3276"/>
                </a:lnTo>
                <a:lnTo>
                  <a:pt x="2746" y="3234"/>
                </a:lnTo>
                <a:lnTo>
                  <a:pt x="2840" y="3190"/>
                </a:lnTo>
                <a:lnTo>
                  <a:pt x="2840" y="3190"/>
                </a:lnTo>
                <a:lnTo>
                  <a:pt x="2966" y="3128"/>
                </a:lnTo>
                <a:lnTo>
                  <a:pt x="3092" y="3062"/>
                </a:lnTo>
                <a:lnTo>
                  <a:pt x="3218" y="2996"/>
                </a:lnTo>
                <a:lnTo>
                  <a:pt x="3342" y="2928"/>
                </a:lnTo>
                <a:lnTo>
                  <a:pt x="3464" y="2858"/>
                </a:lnTo>
                <a:lnTo>
                  <a:pt x="3586" y="2786"/>
                </a:lnTo>
                <a:lnTo>
                  <a:pt x="3708" y="2714"/>
                </a:lnTo>
                <a:lnTo>
                  <a:pt x="3828" y="2640"/>
                </a:lnTo>
                <a:lnTo>
                  <a:pt x="3828" y="2640"/>
                </a:lnTo>
                <a:lnTo>
                  <a:pt x="3974" y="2548"/>
                </a:lnTo>
                <a:lnTo>
                  <a:pt x="3974" y="2548"/>
                </a:lnTo>
                <a:lnTo>
                  <a:pt x="3980" y="2544"/>
                </a:lnTo>
                <a:lnTo>
                  <a:pt x="3984" y="2540"/>
                </a:lnTo>
                <a:lnTo>
                  <a:pt x="3986" y="2534"/>
                </a:lnTo>
                <a:lnTo>
                  <a:pt x="3986" y="2526"/>
                </a:lnTo>
                <a:lnTo>
                  <a:pt x="3986" y="2526"/>
                </a:lnTo>
                <a:close/>
              </a:path>
            </a:pathLst>
          </a:custGeom>
          <a:solidFill>
            <a:schemeClr val="accent5"/>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7" name="Title 1"/>
          <p:cNvSpPr>
            <a:spLocks noGrp="1"/>
          </p:cNvSpPr>
          <p:nvPr>
            <p:ph type="ctrTitle" hasCustomPrompt="1"/>
          </p:nvPr>
        </p:nvSpPr>
        <p:spPr>
          <a:xfrm>
            <a:off x="407988" y="2339788"/>
            <a:ext cx="4967932"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nSpc>
                <a:spcPts val="3000"/>
              </a:lnSpc>
              <a:defRPr lang="en-US" sz="2600" b="0" dirty="0">
                <a:solidFill>
                  <a:schemeClr val="accent1"/>
                </a:solidFill>
              </a:defRPr>
            </a:lvl1pPr>
          </a:lstStyle>
          <a:p>
            <a:pPr marL="0" lvl="0"/>
            <a:r>
              <a:rPr lang="en-US"/>
              <a:t>Click to insert title</a:t>
            </a:r>
          </a:p>
        </p:txBody>
      </p:sp>
      <p:sp>
        <p:nvSpPr>
          <p:cNvPr id="8" name="Subtitle 2"/>
          <p:cNvSpPr>
            <a:spLocks noGrp="1"/>
          </p:cNvSpPr>
          <p:nvPr>
            <p:ph type="subTitle" idx="1" hasCustomPrompt="1"/>
          </p:nvPr>
        </p:nvSpPr>
        <p:spPr>
          <a:xfrm>
            <a:off x="407988" y="3932559"/>
            <a:ext cx="4967932"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sp>
        <p:nvSpPr>
          <p:cNvPr id="16" name="Picture Placeholder 11">
            <a:extLst>
              <a:ext uri="{FF2B5EF4-FFF2-40B4-BE49-F238E27FC236}">
                <a16:creationId xmlns:a16="http://schemas.microsoft.com/office/drawing/2014/main" id="{D4E263B9-5E55-409E-9F7C-2F67A89E06AA}"/>
              </a:ext>
            </a:extLst>
          </p:cNvPr>
          <p:cNvSpPr>
            <a:spLocks noGrp="1"/>
          </p:cNvSpPr>
          <p:nvPr>
            <p:ph type="pic" sz="quarter" idx="10"/>
          </p:nvPr>
        </p:nvSpPr>
        <p:spPr>
          <a:xfrm>
            <a:off x="5537200" y="-1588"/>
            <a:ext cx="6654800" cy="6859588"/>
          </a:xfrm>
          <a:prstGeom prst="rect">
            <a:avLst/>
          </a:prstGeom>
        </p:spPr>
        <p:txBody>
          <a:bodyPr anchor="ctr"/>
          <a:lstStyle>
            <a:lvl1pPr marL="0" indent="0" algn="ctr">
              <a:buNone/>
              <a:defRPr/>
            </a:lvl1pPr>
          </a:lstStyle>
          <a:p>
            <a:r>
              <a:rPr lang="en-US" err="1"/>
              <a:t>Cliquez</a:t>
            </a:r>
            <a:r>
              <a:rPr lang="en-US"/>
              <a:t> sur </a:t>
            </a:r>
            <a:r>
              <a:rPr lang="en-US" err="1"/>
              <a:t>l'icône</a:t>
            </a:r>
            <a:r>
              <a:rPr lang="en-US"/>
              <a:t> pour </a:t>
            </a:r>
            <a:r>
              <a:rPr lang="en-US" err="1"/>
              <a:t>ajouter</a:t>
            </a:r>
            <a:r>
              <a:rPr lang="en-US"/>
              <a:t> </a:t>
            </a:r>
            <a:r>
              <a:rPr lang="en-US" err="1"/>
              <a:t>une</a:t>
            </a:r>
            <a:r>
              <a:rPr lang="en-US"/>
              <a:t> image</a:t>
            </a:r>
          </a:p>
        </p:txBody>
      </p:sp>
      <p:grpSp>
        <p:nvGrpSpPr>
          <p:cNvPr id="17" name="Group 14"/>
          <p:cNvGrpSpPr>
            <a:grpSpLocks noChangeAspect="1"/>
          </p:cNvGrpSpPr>
          <p:nvPr userDrawn="1"/>
        </p:nvGrpSpPr>
        <p:grpSpPr>
          <a:xfrm>
            <a:off x="407988" y="695702"/>
            <a:ext cx="5040000" cy="1123653"/>
            <a:chOff x="728663" y="4465638"/>
            <a:chExt cx="5354637" cy="1193800"/>
          </a:xfrm>
        </p:grpSpPr>
        <p:sp>
          <p:nvSpPr>
            <p:cNvPr id="18"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9"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0"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1"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2"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Tree>
    <p:extLst>
      <p:ext uri="{BB962C8B-B14F-4D97-AF65-F5344CB8AC3E}">
        <p14:creationId xmlns:p14="http://schemas.microsoft.com/office/powerpoint/2010/main" val="1503174146"/>
      </p:ext>
    </p:extLst>
  </p:cSld>
  <p:clrMapOvr>
    <a:masterClrMapping/>
  </p:clrMapOvr>
  <p:extLst>
    <p:ext uri="{DCECCB84-F9BA-43D5-87BE-67443E8EF086}">
      <p15:sldGuideLst xmlns:p15="http://schemas.microsoft.com/office/powerpoint/2012/main">
        <p15:guide id="1" pos="257">
          <p15:clr>
            <a:srgbClr val="FBAE40"/>
          </p15:clr>
        </p15:guide>
        <p15:guide id="2" orient="horz" pos="935">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Content &amp; Heading">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p:custDataLst>
              <p:tags r:id="rId1"/>
            </p:custDataLst>
          </p:nvPr>
        </p:nvGraphicFramePr>
        <p:xfrm>
          <a:off x="4" y="4"/>
          <a:ext cx="180998" cy="143985"/>
        </p:xfrm>
        <a:graphic>
          <a:graphicData uri="http://schemas.openxmlformats.org/presentationml/2006/ole">
            <mc:AlternateContent xmlns:mc="http://schemas.openxmlformats.org/markup-compatibility/2006">
              <mc:Choice xmlns:v="urn:schemas-microsoft-com:vml" Requires="v">
                <p:oleObj name="think-cell Slide" r:id="rId6" imgW="360" imgH="360" progId="">
                  <p:embed/>
                </p:oleObj>
              </mc:Choice>
              <mc:Fallback>
                <p:oleObj name="think-cell Slide" r:id="rId6" imgW="360" imgH="360" progId="">
                  <p:embed/>
                  <p:pic>
                    <p:nvPicPr>
                      <p:cNvPr id="4" name="Object 3" hidden="1"/>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 y="4"/>
                        <a:ext cx="180998" cy="14398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1"/>
          <p:cNvSpPr>
            <a:spLocks noGrp="1"/>
          </p:cNvSpPr>
          <p:nvPr>
            <p:ph type="title"/>
            <p:custDataLst>
              <p:tags r:id="rId2"/>
            </p:custDataLst>
          </p:nvPr>
        </p:nvSpPr>
        <p:spPr/>
        <p:txBody>
          <a:bodyPr/>
          <a:lstStyle>
            <a:lvl1pPr>
              <a:defRPr>
                <a:solidFill>
                  <a:schemeClr val="tx1"/>
                </a:solidFill>
              </a:defRPr>
            </a:lvl1pPr>
          </a:lstStyle>
          <a:p>
            <a:r>
              <a:rPr lang="en-US" noProof="0"/>
              <a:t>Click to edit Master title style</a:t>
            </a:r>
            <a:endParaRPr lang="en-US"/>
          </a:p>
        </p:txBody>
      </p:sp>
      <p:sp>
        <p:nvSpPr>
          <p:cNvPr id="3" name="Content Placeholder 2"/>
          <p:cNvSpPr>
            <a:spLocks noGrp="1"/>
          </p:cNvSpPr>
          <p:nvPr>
            <p:ph idx="1"/>
            <p:custDataLst>
              <p:tags r:id="rId3"/>
            </p:custDataLst>
          </p:nvPr>
        </p:nvSpPr>
        <p:spPr>
          <a:xfrm>
            <a:off x="420081" y="1882776"/>
            <a:ext cx="11351847" cy="4384675"/>
          </a:xfrm>
        </p:spPr>
        <p:txBody>
          <a:bodyPr/>
          <a:lstStyle>
            <a:lvl1pPr>
              <a:defRPr b="0"/>
            </a:lvl1pPr>
            <a:lvl2pPr marL="457083" indent="-223781">
              <a:defRPr/>
            </a:lvl2pPr>
            <a:lvl3pPr>
              <a:defRPr/>
            </a:lvl3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p:txBody>
      </p:sp>
      <p:sp>
        <p:nvSpPr>
          <p:cNvPr id="8" name="Espace réservé du texte 7"/>
          <p:cNvSpPr>
            <a:spLocks noGrp="1"/>
          </p:cNvSpPr>
          <p:nvPr>
            <p:ph type="body" sz="quarter" idx="11"/>
            <p:custDataLst>
              <p:tags r:id="rId4"/>
            </p:custDataLst>
          </p:nvPr>
        </p:nvSpPr>
        <p:spPr>
          <a:xfrm>
            <a:off x="420081" y="1309688"/>
            <a:ext cx="11351847" cy="548640"/>
          </a:xfrm>
        </p:spPr>
        <p:txBody>
          <a:bodyPr/>
          <a:lstStyle>
            <a:lvl1pPr marL="0" indent="0">
              <a:buNone/>
              <a:defRPr sz="2000" b="1">
                <a:solidFill>
                  <a:srgbClr val="E47E1A"/>
                </a:solidFill>
              </a:defRPr>
            </a:lvl1pPr>
          </a:lstStyle>
          <a:p>
            <a:pPr lvl="0"/>
            <a:r>
              <a:rPr lang="en-US"/>
              <a:t>Click to edit Master text styles</a:t>
            </a:r>
          </a:p>
        </p:txBody>
      </p:sp>
    </p:spTree>
    <p:extLst>
      <p:ext uri="{BB962C8B-B14F-4D97-AF65-F5344CB8AC3E}">
        <p14:creationId xmlns:p14="http://schemas.microsoft.com/office/powerpoint/2010/main" val="35099187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Big Table">
    <p:spTree>
      <p:nvGrpSpPr>
        <p:cNvPr id="1" name=""/>
        <p:cNvGrpSpPr/>
        <p:nvPr/>
      </p:nvGrpSpPr>
      <p:grpSpPr>
        <a:xfrm>
          <a:off x="0" y="0"/>
          <a:ext cx="0" cy="0"/>
          <a:chOff x="0" y="0"/>
          <a:chExt cx="0" cy="0"/>
        </a:xfrm>
      </p:grpSpPr>
      <p:sp>
        <p:nvSpPr>
          <p:cNvPr id="6" name="Retângulo 43">
            <a:extLst>
              <a:ext uri="{FF2B5EF4-FFF2-40B4-BE49-F238E27FC236}">
                <a16:creationId xmlns:a16="http://schemas.microsoft.com/office/drawing/2014/main" id="{25FC8637-25BD-4C09-AF25-56B4243DAB3D}"/>
              </a:ext>
            </a:extLst>
          </p:cNvPr>
          <p:cNvSpPr/>
          <p:nvPr userDrawn="1"/>
        </p:nvSpPr>
        <p:spPr>
          <a:xfrm>
            <a:off x="6924021" y="6592810"/>
            <a:ext cx="242375" cy="215444"/>
          </a:xfrm>
          <a:prstGeom prst="rect">
            <a:avLst/>
          </a:prstGeom>
        </p:spPr>
        <p:txBody>
          <a:bodyPr wrap="none">
            <a:spAutoFit/>
          </a:bodyPr>
          <a:lstStyle/>
          <a:p>
            <a:pPr algn="r" defTabSz="914400"/>
            <a:fld id="{0502E5A9-B53C-401E-A0E0-4A359BB0A9E5}" type="slidenum">
              <a:rPr lang="en-US" sz="800" smtClean="0">
                <a:solidFill>
                  <a:prstClr val="black">
                    <a:lumMod val="50000"/>
                    <a:lumOff val="50000"/>
                  </a:prstClr>
                </a:solidFill>
                <a:cs typeface="Arial" panose="020B0604020202020204" pitchFamily="34" charset="0"/>
              </a:rPr>
              <a:pPr algn="r" defTabSz="914400"/>
              <a:t>‹#›</a:t>
            </a:fld>
            <a:endParaRPr lang="en-US" sz="800">
              <a:solidFill>
                <a:prstClr val="black">
                  <a:lumMod val="50000"/>
                  <a:lumOff val="50000"/>
                </a:prstClr>
              </a:solidFill>
              <a:cs typeface="Arial" panose="020B0604020202020204" pitchFamily="34" charset="0"/>
            </a:endParaRPr>
          </a:p>
        </p:txBody>
      </p:sp>
      <p:cxnSp>
        <p:nvCxnSpPr>
          <p:cNvPr id="7" name="Conector reto 49">
            <a:extLst>
              <a:ext uri="{FF2B5EF4-FFF2-40B4-BE49-F238E27FC236}">
                <a16:creationId xmlns:a16="http://schemas.microsoft.com/office/drawing/2014/main" id="{6B6D7F6B-C184-4C2B-8EB7-067E0C1E8DF2}"/>
              </a:ext>
            </a:extLst>
          </p:cNvPr>
          <p:cNvCxnSpPr>
            <a:cxnSpLocks/>
          </p:cNvCxnSpPr>
          <p:nvPr userDrawn="1"/>
        </p:nvCxnSpPr>
        <p:spPr>
          <a:xfrm flipV="1">
            <a:off x="3283674" y="6587911"/>
            <a:ext cx="0" cy="155576"/>
          </a:xfrm>
          <a:prstGeom prst="line">
            <a:avLst/>
          </a:prstGeom>
          <a:solidFill>
            <a:schemeClr val="tx1"/>
          </a:solidFill>
          <a:ln w="12700" cap="rnd">
            <a:solidFill>
              <a:schemeClr val="accent2"/>
            </a:solidFill>
            <a:round/>
          </a:ln>
        </p:spPr>
        <p:style>
          <a:lnRef idx="1">
            <a:schemeClr val="accent1"/>
          </a:lnRef>
          <a:fillRef idx="0">
            <a:schemeClr val="accent1"/>
          </a:fillRef>
          <a:effectRef idx="0">
            <a:schemeClr val="accent1"/>
          </a:effectRef>
          <a:fontRef idx="minor">
            <a:schemeClr val="tx1"/>
          </a:fontRef>
        </p:style>
      </p:cxnSp>
      <p:sp>
        <p:nvSpPr>
          <p:cNvPr id="8" name="Rectangle 27">
            <a:hlinkClick r:id="rId2"/>
            <a:extLst>
              <a:ext uri="{FF2B5EF4-FFF2-40B4-BE49-F238E27FC236}">
                <a16:creationId xmlns:a16="http://schemas.microsoft.com/office/drawing/2014/main" id="{F376ABD1-4930-42EB-9A73-9A9C7C6BF2D3}"/>
              </a:ext>
            </a:extLst>
          </p:cNvPr>
          <p:cNvSpPr/>
          <p:nvPr userDrawn="1"/>
        </p:nvSpPr>
        <p:spPr>
          <a:xfrm>
            <a:off x="407988" y="6555971"/>
            <a:ext cx="2829007" cy="219456"/>
          </a:xfrm>
          <a:prstGeom prst="rect">
            <a:avLst/>
          </a:prstGeom>
        </p:spPr>
        <p:txBody>
          <a:bodyPr wrap="square" lIns="0" tIns="0" rIns="0" bIns="0" anchor="ctr" anchorCtr="0">
            <a:noAutofit/>
          </a:bodyPr>
          <a:lstStyle/>
          <a:p>
            <a:pPr defTabSz="914400">
              <a:lnSpc>
                <a:spcPct val="85000"/>
              </a:lnSpc>
              <a:defRPr/>
            </a:pPr>
            <a:r>
              <a:rPr lang="en-US" sz="800" kern="0">
                <a:solidFill>
                  <a:srgbClr val="00458D"/>
                </a:solidFill>
                <a:cs typeface="Arial" panose="020B0604020202020204" pitchFamily="34" charset="0"/>
              </a:rPr>
              <a:t>Presentation Title | Author | Date</a:t>
            </a:r>
          </a:p>
        </p:txBody>
      </p:sp>
      <p:sp>
        <p:nvSpPr>
          <p:cNvPr id="9" name="Retângulo 43">
            <a:extLst>
              <a:ext uri="{FF2B5EF4-FFF2-40B4-BE49-F238E27FC236}">
                <a16:creationId xmlns:a16="http://schemas.microsoft.com/office/drawing/2014/main" id="{834ADCB4-BFB1-450D-8F6D-64217F4CD92C}"/>
              </a:ext>
            </a:extLst>
          </p:cNvPr>
          <p:cNvSpPr/>
          <p:nvPr userDrawn="1"/>
        </p:nvSpPr>
        <p:spPr>
          <a:xfrm>
            <a:off x="3411379" y="6555758"/>
            <a:ext cx="2223686" cy="219456"/>
          </a:xfrm>
          <a:prstGeom prst="rect">
            <a:avLst/>
          </a:prstGeom>
        </p:spPr>
        <p:txBody>
          <a:bodyPr wrap="none" lIns="0" tIns="0" rIns="0" bIns="0" anchor="ctr">
            <a:noAutofit/>
          </a:bodyPr>
          <a:lstStyle/>
          <a:p>
            <a:pPr defTabSz="914400"/>
            <a:r>
              <a:rPr lang="en-US" sz="800">
                <a:solidFill>
                  <a:srgbClr val="E6E7E7">
                    <a:lumMod val="50000"/>
                  </a:srgbClr>
                </a:solidFill>
                <a:cs typeface="Arial" panose="020B0604020202020204" pitchFamily="34" charset="0"/>
              </a:rPr>
              <a:t>© 2017 Capgemini. All rights reserved.</a:t>
            </a:r>
          </a:p>
        </p:txBody>
      </p:sp>
      <p:sp>
        <p:nvSpPr>
          <p:cNvPr id="10" name="Title Placeholder 1">
            <a:extLst>
              <a:ext uri="{FF2B5EF4-FFF2-40B4-BE49-F238E27FC236}">
                <a16:creationId xmlns:a16="http://schemas.microsoft.com/office/drawing/2014/main" id="{552BBB0A-405D-419D-8BD5-EC8D9F84B795}"/>
              </a:ext>
            </a:extLst>
          </p:cNvPr>
          <p:cNvSpPr>
            <a:spLocks noGrp="1"/>
          </p:cNvSpPr>
          <p:nvPr>
            <p:ph type="title" hasCustomPrompt="1"/>
          </p:nvPr>
        </p:nvSpPr>
        <p:spPr>
          <a:xfrm>
            <a:off x="407988" y="404813"/>
            <a:ext cx="10944596" cy="863600"/>
          </a:xfrm>
          <a:prstGeom prst="rect">
            <a:avLst/>
          </a:prstGeom>
        </p:spPr>
        <p:txBody>
          <a:bodyPr vert="horz" lIns="0" tIns="0" rIns="0" bIns="0" rtlCol="0" anchor="t">
            <a:normAutofit/>
          </a:bodyPr>
          <a:lstStyle>
            <a:lvl1pPr>
              <a:defRPr lang="pt-PT" b="0" i="0" dirty="0">
                <a:latin typeface="+mn-lt"/>
              </a:defRPr>
            </a:lvl1pPr>
          </a:lstStyle>
          <a:p>
            <a:pPr lvl="0">
              <a:lnSpc>
                <a:spcPts val="3000"/>
              </a:lnSpc>
            </a:pPr>
            <a:r>
              <a:rPr lang="en-US"/>
              <a:t>Click to add title</a:t>
            </a:r>
            <a:endParaRPr lang="pt-PT"/>
          </a:p>
        </p:txBody>
      </p:sp>
      <p:pic>
        <p:nvPicPr>
          <p:cNvPr id="12" name="Graphic 4">
            <a:extLst>
              <a:ext uri="{FF2B5EF4-FFF2-40B4-BE49-F238E27FC236}">
                <a16:creationId xmlns:a16="http://schemas.microsoft.com/office/drawing/2014/main" id="{25EEA1D4-3AF7-42D7-AE97-AE404AECFAEB}"/>
              </a:ext>
            </a:extLst>
          </p:cNvPr>
          <p:cNvPicPr>
            <a:picLocks noChangeAspect="1"/>
          </p:cNvPicPr>
          <p:nvPr userDrawn="1"/>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t="-5676"/>
          <a:stretch/>
        </p:blipFill>
        <p:spPr>
          <a:xfrm>
            <a:off x="11635686" y="6398376"/>
            <a:ext cx="424356" cy="459624"/>
          </a:xfrm>
          <a:prstGeom prst="rect">
            <a:avLst/>
          </a:prstGeom>
        </p:spPr>
      </p:pic>
      <p:sp>
        <p:nvSpPr>
          <p:cNvPr id="14" name="Text Placeholder 2"/>
          <p:cNvSpPr>
            <a:spLocks noGrp="1"/>
          </p:cNvSpPr>
          <p:nvPr>
            <p:ph idx="1"/>
          </p:nvPr>
        </p:nvSpPr>
        <p:spPr>
          <a:xfrm>
            <a:off x="413067" y="1412875"/>
            <a:ext cx="11370945" cy="5040313"/>
          </a:xfrm>
          <a:prstGeom prst="rect">
            <a:avLst/>
          </a:prstGeom>
        </p:spPr>
        <p:txBody>
          <a:bodyPr vert="horz" lIns="0" tIns="0" rIns="0" bIns="0" rtlCol="0">
            <a:normAutofit/>
          </a:bodyPr>
          <a:lstStyle>
            <a:lvl1pPr>
              <a:defRPr lang="en-US" dirty="0">
                <a:latin typeface="+mn-lt"/>
                <a:ea typeface="+mn-ea"/>
                <a:cs typeface="+mn-cs"/>
              </a:defRPr>
            </a:lvl1pPr>
            <a:lvl2pPr>
              <a:defRPr lang="en-US" dirty="0">
                <a:latin typeface="+mn-lt"/>
                <a:ea typeface="+mn-ea"/>
                <a:cs typeface="+mn-cs"/>
              </a:defRPr>
            </a:lvl2pPr>
            <a:lvl3pPr>
              <a:defRPr lang="en-US" dirty="0">
                <a:latin typeface="+mn-lt"/>
                <a:ea typeface="+mn-ea"/>
                <a:cs typeface="+mn-cs"/>
              </a:defRPr>
            </a:lvl3pPr>
            <a:lvl4pPr>
              <a:defRPr lang="en-US" dirty="0">
                <a:latin typeface="+mn-lt"/>
                <a:ea typeface="+mn-ea"/>
                <a:cs typeface="+mn-cs"/>
              </a:defRPr>
            </a:lvl4pPr>
          </a:lstStyle>
          <a:p>
            <a:pPr lvl="0">
              <a:lnSpc>
                <a:spcPts val="2200"/>
              </a:lnSpc>
              <a:spcBef>
                <a:spcPts val="0"/>
              </a:spcBef>
              <a:spcAft>
                <a:spcPts val="600"/>
              </a:spcAft>
            </a:pPr>
            <a:r>
              <a:rPr lang="en-US"/>
              <a:t>Edit Master text styles</a:t>
            </a:r>
          </a:p>
          <a:p>
            <a:pPr marL="233363" lvl="1">
              <a:lnSpc>
                <a:spcPts val="2000"/>
              </a:lnSpc>
              <a:spcBef>
                <a:spcPts val="0"/>
              </a:spcBef>
              <a:spcAft>
                <a:spcPts val="600"/>
              </a:spcAft>
              <a:buClr>
                <a:schemeClr val="accent1"/>
              </a:buClr>
              <a:buFont typeface="Wingdings" panose="05000000000000000000" pitchFamily="2" charset="2"/>
              <a:buChar char="§"/>
            </a:pPr>
            <a:r>
              <a:rPr lang="en-US"/>
              <a:t>Second level</a:t>
            </a:r>
          </a:p>
          <a:p>
            <a:pPr marL="457200" lvl="2" indent="-223838">
              <a:lnSpc>
                <a:spcPts val="1600"/>
              </a:lnSpc>
              <a:spcBef>
                <a:spcPts val="0"/>
              </a:spcBef>
              <a:spcAft>
                <a:spcPts val="600"/>
              </a:spcAft>
              <a:buClr>
                <a:schemeClr val="accent1"/>
              </a:buClr>
            </a:pPr>
            <a:r>
              <a:rPr lang="en-US"/>
              <a:t>Third level</a:t>
            </a:r>
          </a:p>
          <a:p>
            <a:pPr marL="690563" lvl="3" indent="-233363">
              <a:spcBef>
                <a:spcPts val="0"/>
              </a:spcBef>
              <a:spcAft>
                <a:spcPts val="600"/>
              </a:spcAft>
              <a:buClr>
                <a:schemeClr val="accent1"/>
              </a:buClr>
              <a:buChar char="‒"/>
            </a:pPr>
            <a:r>
              <a:rPr lang="en-US"/>
              <a:t>Fourth level</a:t>
            </a:r>
          </a:p>
        </p:txBody>
      </p:sp>
    </p:spTree>
    <p:extLst>
      <p:ext uri="{BB962C8B-B14F-4D97-AF65-F5344CB8AC3E}">
        <p14:creationId xmlns:p14="http://schemas.microsoft.com/office/powerpoint/2010/main" val="2432450362"/>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Diapositiva titolo">
    <p:bg>
      <p:bgRef idx="1001">
        <a:schemeClr val="bg1"/>
      </p:bgRef>
    </p:bg>
    <p:spTree>
      <p:nvGrpSpPr>
        <p:cNvPr id="1" name=""/>
        <p:cNvGrpSpPr/>
        <p:nvPr/>
      </p:nvGrpSpPr>
      <p:grpSpPr>
        <a:xfrm>
          <a:off x="0" y="0"/>
          <a:ext cx="0" cy="0"/>
          <a:chOff x="0" y="0"/>
          <a:chExt cx="0" cy="0"/>
        </a:xfrm>
      </p:grpSpPr>
      <p:sp>
        <p:nvSpPr>
          <p:cNvPr id="2" name="Titolo 1"/>
          <p:cNvSpPr>
            <a:spLocks noGrp="1"/>
          </p:cNvSpPr>
          <p:nvPr>
            <p:ph type="ctrTitle" hasCustomPrompt="1"/>
          </p:nvPr>
        </p:nvSpPr>
        <p:spPr>
          <a:xfrm>
            <a:off x="2816555" y="2294992"/>
            <a:ext cx="8944075" cy="615552"/>
          </a:xfrm>
          <a:prstGeom prst="rect">
            <a:avLst/>
          </a:prstGeom>
        </p:spPr>
        <p:txBody>
          <a:bodyPr lIns="0" bIns="0"/>
          <a:lstStyle>
            <a:lvl1pPr>
              <a:defRPr>
                <a:solidFill>
                  <a:srgbClr val="C3231E"/>
                </a:solidFill>
              </a:defRPr>
            </a:lvl1pPr>
          </a:lstStyle>
          <a:p>
            <a:r>
              <a:rPr lang="en-US" noProof="0"/>
              <a:t>Presentation title</a:t>
            </a:r>
          </a:p>
        </p:txBody>
      </p:sp>
      <p:sp>
        <p:nvSpPr>
          <p:cNvPr id="3" name="Sottotitolo 2"/>
          <p:cNvSpPr>
            <a:spLocks noGrp="1"/>
          </p:cNvSpPr>
          <p:nvPr>
            <p:ph type="subTitle" idx="1" hasCustomPrompt="1"/>
          </p:nvPr>
        </p:nvSpPr>
        <p:spPr>
          <a:xfrm>
            <a:off x="2816555" y="2930059"/>
            <a:ext cx="8944075" cy="345637"/>
          </a:xfrm>
          <a:prstGeom prst="rect">
            <a:avLst/>
          </a:prstGeom>
        </p:spPr>
        <p:txBody>
          <a:bodyPr lIns="0" rIns="0" bIns="0" anchor="t"/>
          <a:lstStyle>
            <a:lvl1pPr marL="0" indent="0" algn="l">
              <a:buNone/>
              <a:defRPr>
                <a:solidFill>
                  <a:srgbClr val="6E6E6E"/>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a:t>Possible subtitle of the presentation</a:t>
            </a:r>
          </a:p>
        </p:txBody>
      </p:sp>
      <p:sp>
        <p:nvSpPr>
          <p:cNvPr id="15" name="Segnaposto testo 14"/>
          <p:cNvSpPr>
            <a:spLocks noGrp="1"/>
          </p:cNvSpPr>
          <p:nvPr>
            <p:ph type="body" sz="quarter" idx="13" hasCustomPrompt="1"/>
          </p:nvPr>
        </p:nvSpPr>
        <p:spPr>
          <a:xfrm>
            <a:off x="2816555" y="4725144"/>
            <a:ext cx="3149600" cy="457200"/>
          </a:xfrm>
          <a:prstGeom prst="rect">
            <a:avLst/>
          </a:prstGeom>
        </p:spPr>
        <p:txBody>
          <a:bodyPr vert="horz" lIns="0" tIns="0" rIns="0" bIns="0"/>
          <a:lstStyle>
            <a:lvl1pPr>
              <a:defRPr sz="1600">
                <a:solidFill>
                  <a:srgbClr val="6E6E6E"/>
                </a:solidFill>
              </a:defRPr>
            </a:lvl1pPr>
          </a:lstStyle>
          <a:p>
            <a:pPr lvl="0"/>
            <a:r>
              <a:rPr lang="en-US" noProof="0"/>
              <a:t>Name and title </a:t>
            </a:r>
          </a:p>
        </p:txBody>
      </p:sp>
      <p:sp>
        <p:nvSpPr>
          <p:cNvPr id="8" name="Segnaposto testo 7"/>
          <p:cNvSpPr>
            <a:spLocks noGrp="1"/>
          </p:cNvSpPr>
          <p:nvPr>
            <p:ph type="body" sz="quarter" idx="14" hasCustomPrompt="1"/>
          </p:nvPr>
        </p:nvSpPr>
        <p:spPr>
          <a:xfrm>
            <a:off x="2817283" y="5311357"/>
            <a:ext cx="3148871" cy="344806"/>
          </a:xfrm>
          <a:prstGeom prst="rect">
            <a:avLst/>
          </a:prstGeom>
        </p:spPr>
        <p:txBody>
          <a:bodyPr vert="horz" lIns="0" rIns="0"/>
          <a:lstStyle>
            <a:lvl1pPr>
              <a:defRPr>
                <a:solidFill>
                  <a:srgbClr val="C3231E"/>
                </a:solidFill>
              </a:defRPr>
            </a:lvl1pPr>
            <a:lvl2pPr>
              <a:defRPr>
                <a:solidFill>
                  <a:srgbClr val="C3231E"/>
                </a:solidFill>
              </a:defRPr>
            </a:lvl2pPr>
            <a:lvl3pPr>
              <a:defRPr>
                <a:solidFill>
                  <a:srgbClr val="C3231E"/>
                </a:solidFill>
              </a:defRPr>
            </a:lvl3pPr>
            <a:lvl4pPr>
              <a:defRPr>
                <a:solidFill>
                  <a:srgbClr val="C3231E"/>
                </a:solidFill>
              </a:defRPr>
            </a:lvl4pPr>
            <a:lvl5pPr>
              <a:defRPr>
                <a:solidFill>
                  <a:srgbClr val="C3231E"/>
                </a:solidFill>
              </a:defRPr>
            </a:lvl5pPr>
          </a:lstStyle>
          <a:p>
            <a:pPr lvl="0"/>
            <a:r>
              <a:rPr lang="en-US" noProof="0"/>
              <a:t>City, Nation</a:t>
            </a:r>
          </a:p>
        </p:txBody>
      </p:sp>
      <p:sp>
        <p:nvSpPr>
          <p:cNvPr id="10" name="Segnaposto testo 9"/>
          <p:cNvSpPr>
            <a:spLocks noGrp="1"/>
          </p:cNvSpPr>
          <p:nvPr>
            <p:ph type="body" sz="quarter" idx="16" hasCustomPrompt="1"/>
          </p:nvPr>
        </p:nvSpPr>
        <p:spPr>
          <a:xfrm>
            <a:off x="2841601" y="5943600"/>
            <a:ext cx="9374716" cy="288000"/>
          </a:xfrm>
          <a:prstGeom prst="rect">
            <a:avLst/>
          </a:prstGeom>
        </p:spPr>
        <p:txBody>
          <a:bodyPr vert="horz" wrap="none" lIns="0" tIns="0" rIns="0" bIns="0" anchor="ctr" anchorCtr="0"/>
          <a:lstStyle>
            <a:lvl1pPr marL="342900" marR="0" indent="-342900" algn="l" defTabSz="457200" rtl="0" eaLnBrk="1" fontAlgn="auto" latinLnBrk="0" hangingPunct="1">
              <a:lnSpc>
                <a:spcPct val="100000"/>
              </a:lnSpc>
              <a:spcBef>
                <a:spcPct val="20000"/>
              </a:spcBef>
              <a:spcAft>
                <a:spcPts val="0"/>
              </a:spcAft>
              <a:buClrTx/>
              <a:buSzTx/>
              <a:buFont typeface="Arial"/>
              <a:buNone/>
              <a:tabLst/>
              <a:defRPr sz="800"/>
            </a:lvl1pPr>
          </a:lstStyle>
          <a:p>
            <a:pPr marL="342900" marR="0" lvl="0" indent="-342900" algn="l" defTabSz="457200" rtl="0" eaLnBrk="1" fontAlgn="auto" latinLnBrk="0" hangingPunct="1">
              <a:lnSpc>
                <a:spcPct val="100000"/>
              </a:lnSpc>
              <a:spcBef>
                <a:spcPct val="20000"/>
              </a:spcBef>
              <a:spcAft>
                <a:spcPts val="0"/>
              </a:spcAft>
              <a:buClrTx/>
              <a:buSzTx/>
              <a:buFont typeface="Arial"/>
              <a:buNone/>
              <a:tabLst/>
              <a:defRPr/>
            </a:pPr>
            <a:r>
              <a:rPr lang="en-US" noProof="0"/>
              <a:t>Contains confidential proprietary and trade secrets information of CNH Industrial. Any use of this work without express written consent is strictly prohibited.</a:t>
            </a:r>
          </a:p>
          <a:p>
            <a:pPr lvl="0"/>
            <a:endParaRPr lang="en-US" noProof="0"/>
          </a:p>
        </p:txBody>
      </p:sp>
      <p:sp>
        <p:nvSpPr>
          <p:cNvPr id="14" name="Segnaposto testo 13"/>
          <p:cNvSpPr>
            <a:spLocks noGrp="1"/>
          </p:cNvSpPr>
          <p:nvPr>
            <p:ph type="body" sz="quarter" idx="17" hasCustomPrompt="1"/>
          </p:nvPr>
        </p:nvSpPr>
        <p:spPr>
          <a:xfrm>
            <a:off x="2817283" y="5689600"/>
            <a:ext cx="3148871" cy="228600"/>
          </a:xfrm>
          <a:prstGeom prst="rect">
            <a:avLst/>
          </a:prstGeom>
        </p:spPr>
        <p:txBody>
          <a:bodyPr vert="horz" lIns="0" tIns="0" rIns="0" bIns="0"/>
          <a:lstStyle>
            <a:lvl1pPr>
              <a:defRPr>
                <a:solidFill>
                  <a:srgbClr val="6E6E6E"/>
                </a:solidFill>
              </a:defRPr>
            </a:lvl1pPr>
          </a:lstStyle>
          <a:p>
            <a:r>
              <a:rPr lang="en-US" sz="1200" noProof="0">
                <a:solidFill>
                  <a:srgbClr val="6E6E6E"/>
                </a:solidFill>
                <a:latin typeface="Arial"/>
                <a:cs typeface="Arial"/>
              </a:rPr>
              <a:t>May 5th, 2017</a:t>
            </a:r>
          </a:p>
        </p:txBody>
      </p:sp>
    </p:spTree>
    <p:extLst>
      <p:ext uri="{BB962C8B-B14F-4D97-AF65-F5344CB8AC3E}">
        <p14:creationId xmlns:p14="http://schemas.microsoft.com/office/powerpoint/2010/main" val="3928062779"/>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wo columns">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7CE2609-37DA-4C4C-BF45-E56CE85AA41D}"/>
              </a:ext>
            </a:extLst>
          </p:cNvPr>
          <p:cNvSpPr>
            <a:spLocks noGrp="1"/>
          </p:cNvSpPr>
          <p:nvPr>
            <p:ph type="body" sz="quarter" idx="10" hasCustomPrompt="1"/>
          </p:nvPr>
        </p:nvSpPr>
        <p:spPr>
          <a:xfrm>
            <a:off x="407987" y="2010606"/>
            <a:ext cx="5543551" cy="4442581"/>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1" name="Text Placeholder 7">
            <a:extLst>
              <a:ext uri="{FF2B5EF4-FFF2-40B4-BE49-F238E27FC236}">
                <a16:creationId xmlns:a16="http://schemas.microsoft.com/office/drawing/2014/main" id="{4F279807-494A-45DD-A5C6-24F625316B92}"/>
              </a:ext>
            </a:extLst>
          </p:cNvPr>
          <p:cNvSpPr>
            <a:spLocks noGrp="1"/>
          </p:cNvSpPr>
          <p:nvPr>
            <p:ph type="body" sz="quarter" idx="11" hasCustomPrompt="1"/>
          </p:nvPr>
        </p:nvSpPr>
        <p:spPr>
          <a:xfrm>
            <a:off x="6240465" y="2010606"/>
            <a:ext cx="5516444" cy="4441372"/>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3"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407987" y="1420990"/>
            <a:ext cx="5543551"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14" name="Text Placeholder 7">
            <a:extLst>
              <a:ext uri="{FF2B5EF4-FFF2-40B4-BE49-F238E27FC236}">
                <a16:creationId xmlns:a16="http://schemas.microsoft.com/office/drawing/2014/main" id="{47BDC0DA-1585-454D-9E74-41D2AFC0FEE5}"/>
              </a:ext>
            </a:extLst>
          </p:cNvPr>
          <p:cNvSpPr>
            <a:spLocks noGrp="1"/>
          </p:cNvSpPr>
          <p:nvPr>
            <p:ph type="body" sz="quarter" idx="13" hasCustomPrompt="1"/>
          </p:nvPr>
        </p:nvSpPr>
        <p:spPr>
          <a:xfrm>
            <a:off x="6240465" y="1420990"/>
            <a:ext cx="5516444"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9" name="Title Placeholder 1">
            <a:extLst>
              <a:ext uri="{FF2B5EF4-FFF2-40B4-BE49-F238E27FC236}">
                <a16:creationId xmlns:a16="http://schemas.microsoft.com/office/drawing/2014/main" id="{6733E381-C11A-4F10-88ED-DDEA4B9167E2}"/>
              </a:ext>
            </a:extLst>
          </p:cNvPr>
          <p:cNvSpPr>
            <a:spLocks noGrp="1"/>
          </p:cNvSpPr>
          <p:nvPr>
            <p:ph type="title" hasCustomPrompt="1"/>
          </p:nvPr>
        </p:nvSpPr>
        <p:spPr>
          <a:xfrm>
            <a:off x="407988" y="404813"/>
            <a:ext cx="10944596" cy="865054"/>
          </a:xfrm>
          <a:prstGeom prst="rect">
            <a:avLst/>
          </a:prstGeom>
        </p:spPr>
        <p:txBody>
          <a:bodyPr vert="horz" lIns="0" tIns="0" rIns="0" bIns="0" rtlCol="0" anchor="t">
            <a:normAutofit/>
          </a:bodyPr>
          <a:lstStyle>
            <a:lvl1pPr>
              <a:defRPr lang="pt-PT" dirty="0">
                <a:solidFill>
                  <a:schemeClr val="tx2"/>
                </a:solidFill>
              </a:defRPr>
            </a:lvl1pPr>
          </a:lstStyle>
          <a:p>
            <a:pPr lvl="0">
              <a:lnSpc>
                <a:spcPts val="3000"/>
              </a:lnSpc>
            </a:pPr>
            <a:r>
              <a:rPr lang="en-US"/>
              <a:t>Click to insert title</a:t>
            </a:r>
            <a:endParaRPr lang="pt-PT"/>
          </a:p>
        </p:txBody>
      </p:sp>
    </p:spTree>
    <p:extLst>
      <p:ext uri="{BB962C8B-B14F-4D97-AF65-F5344CB8AC3E}">
        <p14:creationId xmlns:p14="http://schemas.microsoft.com/office/powerpoint/2010/main" val="13549369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Title Slide 1">
    <p:bg>
      <p:bgPr>
        <a:solidFill>
          <a:srgbClr val="E6E7E7"/>
        </a:solidFill>
        <a:effectLst/>
      </p:bgPr>
    </p:bg>
    <p:spTree>
      <p:nvGrpSpPr>
        <p:cNvPr id="1" name=""/>
        <p:cNvGrpSpPr/>
        <p:nvPr/>
      </p:nvGrpSpPr>
      <p:grpSpPr>
        <a:xfrm>
          <a:off x="0" y="0"/>
          <a:ext cx="0" cy="0"/>
          <a:chOff x="0" y="0"/>
          <a:chExt cx="0" cy="0"/>
        </a:xfrm>
      </p:grpSpPr>
      <p:graphicFrame>
        <p:nvGraphicFramePr>
          <p:cNvPr id="7" name="Object 6"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7" name="Object 6"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79" name="Freeform 7"/>
          <p:cNvSpPr>
            <a:spLocks/>
          </p:cNvSpPr>
          <p:nvPr userDrawn="1"/>
        </p:nvSpPr>
        <p:spPr bwMode="auto">
          <a:xfrm>
            <a:off x="5137150" y="0"/>
            <a:ext cx="7054850" cy="6854825"/>
          </a:xfrm>
          <a:custGeom>
            <a:avLst/>
            <a:gdLst/>
            <a:ahLst/>
            <a:cxnLst>
              <a:cxn ang="0">
                <a:pos x="4444" y="0"/>
              </a:cxn>
              <a:cxn ang="0">
                <a:pos x="4444" y="32"/>
              </a:cxn>
              <a:cxn ang="0">
                <a:pos x="4444" y="4292"/>
              </a:cxn>
              <a:cxn ang="0">
                <a:pos x="4440" y="4306"/>
              </a:cxn>
              <a:cxn ang="0">
                <a:pos x="4426" y="4314"/>
              </a:cxn>
              <a:cxn ang="0">
                <a:pos x="4326" y="4318"/>
              </a:cxn>
              <a:cxn ang="0">
                <a:pos x="4228" y="4310"/>
              </a:cxn>
              <a:cxn ang="0">
                <a:pos x="4076" y="4282"/>
              </a:cxn>
              <a:cxn ang="0">
                <a:pos x="3928" y="4240"/>
              </a:cxn>
              <a:cxn ang="0">
                <a:pos x="3740" y="4170"/>
              </a:cxn>
              <a:cxn ang="0">
                <a:pos x="3474" y="4042"/>
              </a:cxn>
              <a:cxn ang="0">
                <a:pos x="3216" y="3896"/>
              </a:cxn>
              <a:cxn ang="0">
                <a:pos x="3024" y="3772"/>
              </a:cxn>
              <a:cxn ang="0">
                <a:pos x="2704" y="3544"/>
              </a:cxn>
              <a:cxn ang="0">
                <a:pos x="2396" y="3300"/>
              </a:cxn>
              <a:cxn ang="0">
                <a:pos x="2180" y="3116"/>
              </a:cxn>
              <a:cxn ang="0">
                <a:pos x="2256" y="2964"/>
              </a:cxn>
              <a:cxn ang="0">
                <a:pos x="2286" y="2890"/>
              </a:cxn>
              <a:cxn ang="0">
                <a:pos x="2322" y="2774"/>
              </a:cxn>
              <a:cxn ang="0">
                <a:pos x="2338" y="2654"/>
              </a:cxn>
              <a:cxn ang="0">
                <a:pos x="2336" y="2562"/>
              </a:cxn>
              <a:cxn ang="0">
                <a:pos x="2306" y="2432"/>
              </a:cxn>
              <a:cxn ang="0">
                <a:pos x="2242" y="2310"/>
              </a:cxn>
              <a:cxn ang="0">
                <a:pos x="2188" y="2238"/>
              </a:cxn>
              <a:cxn ang="0">
                <a:pos x="2092" y="2144"/>
              </a:cxn>
              <a:cxn ang="0">
                <a:pos x="1986" y="2062"/>
              </a:cxn>
              <a:cxn ang="0">
                <a:pos x="1878" y="1990"/>
              </a:cxn>
              <a:cxn ang="0">
                <a:pos x="1712" y="1894"/>
              </a:cxn>
              <a:cxn ang="0">
                <a:pos x="1538" y="1808"/>
              </a:cxn>
              <a:cxn ang="0">
                <a:pos x="1156" y="1640"/>
              </a:cxn>
              <a:cxn ang="0">
                <a:pos x="710" y="1446"/>
              </a:cxn>
              <a:cxn ang="0">
                <a:pos x="524" y="1350"/>
              </a:cxn>
              <a:cxn ang="0">
                <a:pos x="354" y="1230"/>
              </a:cxn>
              <a:cxn ang="0">
                <a:pos x="262" y="1144"/>
              </a:cxn>
              <a:cxn ang="0">
                <a:pos x="158" y="1020"/>
              </a:cxn>
              <a:cxn ang="0">
                <a:pos x="80" y="884"/>
              </a:cxn>
              <a:cxn ang="0">
                <a:pos x="28" y="740"/>
              </a:cxn>
              <a:cxn ang="0">
                <a:pos x="2" y="584"/>
              </a:cxn>
              <a:cxn ang="0">
                <a:pos x="4" y="418"/>
              </a:cxn>
              <a:cxn ang="0">
                <a:pos x="18" y="314"/>
              </a:cxn>
              <a:cxn ang="0">
                <a:pos x="58" y="162"/>
              </a:cxn>
              <a:cxn ang="0">
                <a:pos x="118" y="16"/>
              </a:cxn>
              <a:cxn ang="0">
                <a:pos x="122" y="0"/>
              </a:cxn>
            </a:cxnLst>
            <a:rect l="0" t="0" r="r" b="b"/>
            <a:pathLst>
              <a:path w="4444" h="4318">
                <a:moveTo>
                  <a:pt x="122" y="0"/>
                </a:moveTo>
                <a:lnTo>
                  <a:pt x="122" y="0"/>
                </a:lnTo>
                <a:lnTo>
                  <a:pt x="4444" y="0"/>
                </a:lnTo>
                <a:lnTo>
                  <a:pt x="4444" y="0"/>
                </a:lnTo>
                <a:lnTo>
                  <a:pt x="4444" y="32"/>
                </a:lnTo>
                <a:lnTo>
                  <a:pt x="4444" y="32"/>
                </a:lnTo>
                <a:lnTo>
                  <a:pt x="4444" y="4272"/>
                </a:lnTo>
                <a:lnTo>
                  <a:pt x="4444" y="4272"/>
                </a:lnTo>
                <a:lnTo>
                  <a:pt x="4444" y="4292"/>
                </a:lnTo>
                <a:lnTo>
                  <a:pt x="4444" y="4292"/>
                </a:lnTo>
                <a:lnTo>
                  <a:pt x="4444" y="4300"/>
                </a:lnTo>
                <a:lnTo>
                  <a:pt x="4440" y="4306"/>
                </a:lnTo>
                <a:lnTo>
                  <a:pt x="4436" y="4310"/>
                </a:lnTo>
                <a:lnTo>
                  <a:pt x="4426" y="4314"/>
                </a:lnTo>
                <a:lnTo>
                  <a:pt x="4426" y="4314"/>
                </a:lnTo>
                <a:lnTo>
                  <a:pt x="4402" y="4316"/>
                </a:lnTo>
                <a:lnTo>
                  <a:pt x="4376" y="4318"/>
                </a:lnTo>
                <a:lnTo>
                  <a:pt x="4326" y="4318"/>
                </a:lnTo>
                <a:lnTo>
                  <a:pt x="4278" y="4316"/>
                </a:lnTo>
                <a:lnTo>
                  <a:pt x="4228" y="4310"/>
                </a:lnTo>
                <a:lnTo>
                  <a:pt x="4228" y="4310"/>
                </a:lnTo>
                <a:lnTo>
                  <a:pt x="4176" y="4302"/>
                </a:lnTo>
                <a:lnTo>
                  <a:pt x="4126" y="4294"/>
                </a:lnTo>
                <a:lnTo>
                  <a:pt x="4076" y="4282"/>
                </a:lnTo>
                <a:lnTo>
                  <a:pt x="4026" y="4270"/>
                </a:lnTo>
                <a:lnTo>
                  <a:pt x="3978" y="4256"/>
                </a:lnTo>
                <a:lnTo>
                  <a:pt x="3928" y="4240"/>
                </a:lnTo>
                <a:lnTo>
                  <a:pt x="3832" y="4206"/>
                </a:lnTo>
                <a:lnTo>
                  <a:pt x="3832" y="4206"/>
                </a:lnTo>
                <a:lnTo>
                  <a:pt x="3740" y="4170"/>
                </a:lnTo>
                <a:lnTo>
                  <a:pt x="3650" y="4130"/>
                </a:lnTo>
                <a:lnTo>
                  <a:pt x="3562" y="4088"/>
                </a:lnTo>
                <a:lnTo>
                  <a:pt x="3474" y="4042"/>
                </a:lnTo>
                <a:lnTo>
                  <a:pt x="3386" y="3996"/>
                </a:lnTo>
                <a:lnTo>
                  <a:pt x="3302" y="3946"/>
                </a:lnTo>
                <a:lnTo>
                  <a:pt x="3216" y="3896"/>
                </a:lnTo>
                <a:lnTo>
                  <a:pt x="3134" y="3844"/>
                </a:lnTo>
                <a:lnTo>
                  <a:pt x="3134" y="3844"/>
                </a:lnTo>
                <a:lnTo>
                  <a:pt x="3024" y="3772"/>
                </a:lnTo>
                <a:lnTo>
                  <a:pt x="2916" y="3698"/>
                </a:lnTo>
                <a:lnTo>
                  <a:pt x="2808" y="3622"/>
                </a:lnTo>
                <a:lnTo>
                  <a:pt x="2704" y="3544"/>
                </a:lnTo>
                <a:lnTo>
                  <a:pt x="2600" y="3464"/>
                </a:lnTo>
                <a:lnTo>
                  <a:pt x="2498" y="3382"/>
                </a:lnTo>
                <a:lnTo>
                  <a:pt x="2396" y="3300"/>
                </a:lnTo>
                <a:lnTo>
                  <a:pt x="2296" y="3214"/>
                </a:lnTo>
                <a:lnTo>
                  <a:pt x="2296" y="3214"/>
                </a:lnTo>
                <a:lnTo>
                  <a:pt x="2180" y="3116"/>
                </a:lnTo>
                <a:lnTo>
                  <a:pt x="2180" y="3116"/>
                </a:lnTo>
                <a:lnTo>
                  <a:pt x="2220" y="3040"/>
                </a:lnTo>
                <a:lnTo>
                  <a:pt x="2256" y="2964"/>
                </a:lnTo>
                <a:lnTo>
                  <a:pt x="2256" y="2964"/>
                </a:lnTo>
                <a:lnTo>
                  <a:pt x="2272" y="2928"/>
                </a:lnTo>
                <a:lnTo>
                  <a:pt x="2286" y="2890"/>
                </a:lnTo>
                <a:lnTo>
                  <a:pt x="2300" y="2852"/>
                </a:lnTo>
                <a:lnTo>
                  <a:pt x="2312" y="2814"/>
                </a:lnTo>
                <a:lnTo>
                  <a:pt x="2322" y="2774"/>
                </a:lnTo>
                <a:lnTo>
                  <a:pt x="2330" y="2736"/>
                </a:lnTo>
                <a:lnTo>
                  <a:pt x="2334" y="2696"/>
                </a:lnTo>
                <a:lnTo>
                  <a:pt x="2338" y="2654"/>
                </a:lnTo>
                <a:lnTo>
                  <a:pt x="2338" y="2654"/>
                </a:lnTo>
                <a:lnTo>
                  <a:pt x="2340" y="2608"/>
                </a:lnTo>
                <a:lnTo>
                  <a:pt x="2336" y="2562"/>
                </a:lnTo>
                <a:lnTo>
                  <a:pt x="2330" y="2518"/>
                </a:lnTo>
                <a:lnTo>
                  <a:pt x="2320" y="2474"/>
                </a:lnTo>
                <a:lnTo>
                  <a:pt x="2306" y="2432"/>
                </a:lnTo>
                <a:lnTo>
                  <a:pt x="2288" y="2390"/>
                </a:lnTo>
                <a:lnTo>
                  <a:pt x="2266" y="2350"/>
                </a:lnTo>
                <a:lnTo>
                  <a:pt x="2242" y="2310"/>
                </a:lnTo>
                <a:lnTo>
                  <a:pt x="2242" y="2310"/>
                </a:lnTo>
                <a:lnTo>
                  <a:pt x="2216" y="2274"/>
                </a:lnTo>
                <a:lnTo>
                  <a:pt x="2188" y="2238"/>
                </a:lnTo>
                <a:lnTo>
                  <a:pt x="2158" y="2206"/>
                </a:lnTo>
                <a:lnTo>
                  <a:pt x="2126" y="2174"/>
                </a:lnTo>
                <a:lnTo>
                  <a:pt x="2092" y="2144"/>
                </a:lnTo>
                <a:lnTo>
                  <a:pt x="2058" y="2116"/>
                </a:lnTo>
                <a:lnTo>
                  <a:pt x="2022" y="2088"/>
                </a:lnTo>
                <a:lnTo>
                  <a:pt x="1986" y="2062"/>
                </a:lnTo>
                <a:lnTo>
                  <a:pt x="1986" y="2062"/>
                </a:lnTo>
                <a:lnTo>
                  <a:pt x="1932" y="2024"/>
                </a:lnTo>
                <a:lnTo>
                  <a:pt x="1878" y="1990"/>
                </a:lnTo>
                <a:lnTo>
                  <a:pt x="1824" y="1956"/>
                </a:lnTo>
                <a:lnTo>
                  <a:pt x="1768" y="1924"/>
                </a:lnTo>
                <a:lnTo>
                  <a:pt x="1712" y="1894"/>
                </a:lnTo>
                <a:lnTo>
                  <a:pt x="1654" y="1864"/>
                </a:lnTo>
                <a:lnTo>
                  <a:pt x="1596" y="1836"/>
                </a:lnTo>
                <a:lnTo>
                  <a:pt x="1538" y="1808"/>
                </a:lnTo>
                <a:lnTo>
                  <a:pt x="1538" y="1808"/>
                </a:lnTo>
                <a:lnTo>
                  <a:pt x="1346" y="1724"/>
                </a:lnTo>
                <a:lnTo>
                  <a:pt x="1156" y="1640"/>
                </a:lnTo>
                <a:lnTo>
                  <a:pt x="774" y="1474"/>
                </a:lnTo>
                <a:lnTo>
                  <a:pt x="774" y="1474"/>
                </a:lnTo>
                <a:lnTo>
                  <a:pt x="710" y="1446"/>
                </a:lnTo>
                <a:lnTo>
                  <a:pt x="646" y="1416"/>
                </a:lnTo>
                <a:lnTo>
                  <a:pt x="584" y="1384"/>
                </a:lnTo>
                <a:lnTo>
                  <a:pt x="524" y="1350"/>
                </a:lnTo>
                <a:lnTo>
                  <a:pt x="466" y="1312"/>
                </a:lnTo>
                <a:lnTo>
                  <a:pt x="410" y="1272"/>
                </a:lnTo>
                <a:lnTo>
                  <a:pt x="354" y="1230"/>
                </a:lnTo>
                <a:lnTo>
                  <a:pt x="302" y="1184"/>
                </a:lnTo>
                <a:lnTo>
                  <a:pt x="302" y="1184"/>
                </a:lnTo>
                <a:lnTo>
                  <a:pt x="262" y="1144"/>
                </a:lnTo>
                <a:lnTo>
                  <a:pt x="224" y="1104"/>
                </a:lnTo>
                <a:lnTo>
                  <a:pt x="188" y="1062"/>
                </a:lnTo>
                <a:lnTo>
                  <a:pt x="158" y="1020"/>
                </a:lnTo>
                <a:lnTo>
                  <a:pt x="128" y="976"/>
                </a:lnTo>
                <a:lnTo>
                  <a:pt x="102" y="930"/>
                </a:lnTo>
                <a:lnTo>
                  <a:pt x="80" y="884"/>
                </a:lnTo>
                <a:lnTo>
                  <a:pt x="58" y="838"/>
                </a:lnTo>
                <a:lnTo>
                  <a:pt x="42" y="790"/>
                </a:lnTo>
                <a:lnTo>
                  <a:pt x="28" y="740"/>
                </a:lnTo>
                <a:lnTo>
                  <a:pt x="16" y="688"/>
                </a:lnTo>
                <a:lnTo>
                  <a:pt x="8" y="636"/>
                </a:lnTo>
                <a:lnTo>
                  <a:pt x="2" y="584"/>
                </a:lnTo>
                <a:lnTo>
                  <a:pt x="0" y="530"/>
                </a:lnTo>
                <a:lnTo>
                  <a:pt x="0" y="474"/>
                </a:lnTo>
                <a:lnTo>
                  <a:pt x="4" y="418"/>
                </a:lnTo>
                <a:lnTo>
                  <a:pt x="4" y="418"/>
                </a:lnTo>
                <a:lnTo>
                  <a:pt x="10" y="366"/>
                </a:lnTo>
                <a:lnTo>
                  <a:pt x="18" y="314"/>
                </a:lnTo>
                <a:lnTo>
                  <a:pt x="30" y="262"/>
                </a:lnTo>
                <a:lnTo>
                  <a:pt x="42" y="212"/>
                </a:lnTo>
                <a:lnTo>
                  <a:pt x="58" y="162"/>
                </a:lnTo>
                <a:lnTo>
                  <a:pt x="76" y="112"/>
                </a:lnTo>
                <a:lnTo>
                  <a:pt x="94" y="64"/>
                </a:lnTo>
                <a:lnTo>
                  <a:pt x="118" y="16"/>
                </a:lnTo>
                <a:lnTo>
                  <a:pt x="118" y="16"/>
                </a:lnTo>
                <a:lnTo>
                  <a:pt x="122" y="0"/>
                </a:lnTo>
                <a:lnTo>
                  <a:pt x="122"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1" name="Title 1"/>
          <p:cNvSpPr>
            <a:spLocks noGrp="1"/>
          </p:cNvSpPr>
          <p:nvPr>
            <p:ph type="ctrTitle" hasCustomPrompt="1"/>
          </p:nvPr>
        </p:nvSpPr>
        <p:spPr>
          <a:xfrm>
            <a:off x="407988" y="1358153"/>
            <a:ext cx="4774258" cy="14751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defRPr lang="en-US" sz="2600" b="0" dirty="0">
                <a:solidFill>
                  <a:schemeClr val="accent1"/>
                </a:solidFill>
              </a:defRPr>
            </a:lvl1pPr>
          </a:lstStyle>
          <a:p>
            <a:pPr marL="0" lvl="0"/>
            <a:r>
              <a:rPr lang="en-US"/>
              <a:t>Click to insert title</a:t>
            </a:r>
          </a:p>
        </p:txBody>
      </p:sp>
      <p:sp>
        <p:nvSpPr>
          <p:cNvPr id="12" name="Subtitle 2"/>
          <p:cNvSpPr>
            <a:spLocks noGrp="1"/>
          </p:cNvSpPr>
          <p:nvPr>
            <p:ph type="subTitle" idx="1" hasCustomPrompt="1"/>
          </p:nvPr>
        </p:nvSpPr>
        <p:spPr>
          <a:xfrm>
            <a:off x="407988" y="2976180"/>
            <a:ext cx="4774257"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grpSp>
        <p:nvGrpSpPr>
          <p:cNvPr id="13" name="Group 14"/>
          <p:cNvGrpSpPr>
            <a:grpSpLocks noChangeAspect="1"/>
          </p:cNvGrpSpPr>
          <p:nvPr userDrawn="1"/>
        </p:nvGrpSpPr>
        <p:grpSpPr>
          <a:xfrm>
            <a:off x="416888" y="4537346"/>
            <a:ext cx="5040000" cy="1123654"/>
            <a:chOff x="728663" y="4465638"/>
            <a:chExt cx="5354637" cy="1193801"/>
          </a:xfrm>
        </p:grpSpPr>
        <p:sp>
          <p:nvSpPr>
            <p:cNvPr id="14"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6"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7"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8"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9"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Tree>
    <p:extLst>
      <p:ext uri="{BB962C8B-B14F-4D97-AF65-F5344CB8AC3E}">
        <p14:creationId xmlns:p14="http://schemas.microsoft.com/office/powerpoint/2010/main" val="1098424076"/>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Title Slide 2">
    <p:spTree>
      <p:nvGrpSpPr>
        <p:cNvPr id="1" name=""/>
        <p:cNvGrpSpPr/>
        <p:nvPr/>
      </p:nvGrpSpPr>
      <p:grpSpPr>
        <a:xfrm>
          <a:off x="0" y="0"/>
          <a:ext cx="0" cy="0"/>
          <a:chOff x="0" y="0"/>
          <a:chExt cx="0" cy="0"/>
        </a:xfrm>
      </p:grpSpPr>
      <p:graphicFrame>
        <p:nvGraphicFramePr>
          <p:cNvPr id="9" name="Object 8"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9" name="Object 8"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389" name="Freeform 5"/>
          <p:cNvSpPr>
            <a:spLocks/>
          </p:cNvSpPr>
          <p:nvPr userDrawn="1"/>
        </p:nvSpPr>
        <p:spPr bwMode="auto">
          <a:xfrm>
            <a:off x="1009650" y="0"/>
            <a:ext cx="11182350" cy="6858000"/>
          </a:xfrm>
          <a:custGeom>
            <a:avLst/>
            <a:gdLst/>
            <a:ahLst/>
            <a:cxnLst>
              <a:cxn ang="0">
                <a:pos x="0" y="0"/>
              </a:cxn>
              <a:cxn ang="0">
                <a:pos x="7044" y="0"/>
              </a:cxn>
              <a:cxn ang="0">
                <a:pos x="7044" y="4320"/>
              </a:cxn>
              <a:cxn ang="0">
                <a:pos x="7040" y="4320"/>
              </a:cxn>
              <a:cxn ang="0">
                <a:pos x="4170" y="4320"/>
              </a:cxn>
              <a:cxn ang="0">
                <a:pos x="4150" y="4318"/>
              </a:cxn>
              <a:cxn ang="0">
                <a:pos x="4132" y="4308"/>
              </a:cxn>
              <a:cxn ang="0">
                <a:pos x="3522" y="3806"/>
              </a:cxn>
              <a:cxn ang="0">
                <a:pos x="3468" y="3760"/>
              </a:cxn>
              <a:cxn ang="0">
                <a:pos x="3416" y="3714"/>
              </a:cxn>
              <a:cxn ang="0">
                <a:pos x="3492" y="3568"/>
              </a:cxn>
              <a:cxn ang="0">
                <a:pos x="3522" y="3504"/>
              </a:cxn>
              <a:cxn ang="0">
                <a:pos x="3578" y="3378"/>
              </a:cxn>
              <a:cxn ang="0">
                <a:pos x="3622" y="3248"/>
              </a:cxn>
              <a:cxn ang="0">
                <a:pos x="3652" y="3116"/>
              </a:cxn>
              <a:cxn ang="0">
                <a:pos x="3664" y="3046"/>
              </a:cxn>
              <a:cxn ang="0">
                <a:pos x="3670" y="2964"/>
              </a:cxn>
              <a:cxn ang="0">
                <a:pos x="3670" y="2884"/>
              </a:cxn>
              <a:cxn ang="0">
                <a:pos x="3662" y="2802"/>
              </a:cxn>
              <a:cxn ang="0">
                <a:pos x="3648" y="2722"/>
              </a:cxn>
              <a:cxn ang="0">
                <a:pos x="3632" y="2666"/>
              </a:cxn>
              <a:cxn ang="0">
                <a:pos x="3590" y="2560"/>
              </a:cxn>
              <a:cxn ang="0">
                <a:pos x="3536" y="2460"/>
              </a:cxn>
              <a:cxn ang="0">
                <a:pos x="3470" y="2366"/>
              </a:cxn>
              <a:cxn ang="0">
                <a:pos x="3434" y="2322"/>
              </a:cxn>
              <a:cxn ang="0">
                <a:pos x="3338" y="2220"/>
              </a:cxn>
              <a:cxn ang="0">
                <a:pos x="3236" y="2130"/>
              </a:cxn>
              <a:cxn ang="0">
                <a:pos x="3126" y="2046"/>
              </a:cxn>
              <a:cxn ang="0">
                <a:pos x="3012" y="1966"/>
              </a:cxn>
              <a:cxn ang="0">
                <a:pos x="2932" y="1916"/>
              </a:cxn>
              <a:cxn ang="0">
                <a:pos x="2766" y="1818"/>
              </a:cxn>
              <a:cxn ang="0">
                <a:pos x="2598" y="1728"/>
              </a:cxn>
              <a:cxn ang="0">
                <a:pos x="2340" y="1602"/>
              </a:cxn>
              <a:cxn ang="0">
                <a:pos x="2198" y="1536"/>
              </a:cxn>
              <a:cxn ang="0">
                <a:pos x="1772" y="1348"/>
              </a:cxn>
              <a:cxn ang="0">
                <a:pos x="1200" y="1106"/>
              </a:cxn>
              <a:cxn ang="0">
                <a:pos x="1118" y="1070"/>
              </a:cxn>
              <a:cxn ang="0">
                <a:pos x="954" y="994"/>
              </a:cxn>
              <a:cxn ang="0">
                <a:pos x="798" y="908"/>
              </a:cxn>
              <a:cxn ang="0">
                <a:pos x="646" y="814"/>
              </a:cxn>
              <a:cxn ang="0">
                <a:pos x="572" y="760"/>
              </a:cxn>
              <a:cxn ang="0">
                <a:pos x="448" y="658"/>
              </a:cxn>
              <a:cxn ang="0">
                <a:pos x="332" y="548"/>
              </a:cxn>
              <a:cxn ang="0">
                <a:pos x="228" y="426"/>
              </a:cxn>
              <a:cxn ang="0">
                <a:pos x="136" y="292"/>
              </a:cxn>
              <a:cxn ang="0">
                <a:pos x="94" y="222"/>
              </a:cxn>
              <a:cxn ang="0">
                <a:pos x="58" y="150"/>
              </a:cxn>
              <a:cxn ang="0">
                <a:pos x="28" y="76"/>
              </a:cxn>
              <a:cxn ang="0">
                <a:pos x="0" y="0"/>
              </a:cxn>
            </a:cxnLst>
            <a:rect l="0" t="0" r="r" b="b"/>
            <a:pathLst>
              <a:path w="7044" h="4320">
                <a:moveTo>
                  <a:pt x="0" y="0"/>
                </a:moveTo>
                <a:lnTo>
                  <a:pt x="0" y="0"/>
                </a:lnTo>
                <a:lnTo>
                  <a:pt x="7044" y="0"/>
                </a:lnTo>
                <a:lnTo>
                  <a:pt x="7044" y="0"/>
                </a:lnTo>
                <a:lnTo>
                  <a:pt x="7044" y="4320"/>
                </a:lnTo>
                <a:lnTo>
                  <a:pt x="7044" y="4320"/>
                </a:lnTo>
                <a:lnTo>
                  <a:pt x="7040" y="4320"/>
                </a:lnTo>
                <a:lnTo>
                  <a:pt x="7040" y="4320"/>
                </a:lnTo>
                <a:lnTo>
                  <a:pt x="4170" y="4320"/>
                </a:lnTo>
                <a:lnTo>
                  <a:pt x="4170" y="4320"/>
                </a:lnTo>
                <a:lnTo>
                  <a:pt x="4160" y="4320"/>
                </a:lnTo>
                <a:lnTo>
                  <a:pt x="4150" y="4318"/>
                </a:lnTo>
                <a:lnTo>
                  <a:pt x="4140" y="4314"/>
                </a:lnTo>
                <a:lnTo>
                  <a:pt x="4132" y="4308"/>
                </a:lnTo>
                <a:lnTo>
                  <a:pt x="4132" y="4308"/>
                </a:lnTo>
                <a:lnTo>
                  <a:pt x="3522" y="3806"/>
                </a:lnTo>
                <a:lnTo>
                  <a:pt x="3522" y="3806"/>
                </a:lnTo>
                <a:lnTo>
                  <a:pt x="3468" y="3760"/>
                </a:lnTo>
                <a:lnTo>
                  <a:pt x="3416" y="3714"/>
                </a:lnTo>
                <a:lnTo>
                  <a:pt x="3416" y="3714"/>
                </a:lnTo>
                <a:lnTo>
                  <a:pt x="3454" y="3640"/>
                </a:lnTo>
                <a:lnTo>
                  <a:pt x="3492" y="3568"/>
                </a:lnTo>
                <a:lnTo>
                  <a:pt x="3492" y="3568"/>
                </a:lnTo>
                <a:lnTo>
                  <a:pt x="3522" y="3504"/>
                </a:lnTo>
                <a:lnTo>
                  <a:pt x="3552" y="3442"/>
                </a:lnTo>
                <a:lnTo>
                  <a:pt x="3578" y="3378"/>
                </a:lnTo>
                <a:lnTo>
                  <a:pt x="3600" y="3314"/>
                </a:lnTo>
                <a:lnTo>
                  <a:pt x="3622" y="3248"/>
                </a:lnTo>
                <a:lnTo>
                  <a:pt x="3638" y="3182"/>
                </a:lnTo>
                <a:lnTo>
                  <a:pt x="3652" y="3116"/>
                </a:lnTo>
                <a:lnTo>
                  <a:pt x="3664" y="3046"/>
                </a:lnTo>
                <a:lnTo>
                  <a:pt x="3664" y="3046"/>
                </a:lnTo>
                <a:lnTo>
                  <a:pt x="3668" y="3006"/>
                </a:lnTo>
                <a:lnTo>
                  <a:pt x="3670" y="2964"/>
                </a:lnTo>
                <a:lnTo>
                  <a:pt x="3670" y="2924"/>
                </a:lnTo>
                <a:lnTo>
                  <a:pt x="3670" y="2884"/>
                </a:lnTo>
                <a:lnTo>
                  <a:pt x="3666" y="2844"/>
                </a:lnTo>
                <a:lnTo>
                  <a:pt x="3662" y="2802"/>
                </a:lnTo>
                <a:lnTo>
                  <a:pt x="3656" y="2762"/>
                </a:lnTo>
                <a:lnTo>
                  <a:pt x="3648" y="2722"/>
                </a:lnTo>
                <a:lnTo>
                  <a:pt x="3648" y="2722"/>
                </a:lnTo>
                <a:lnTo>
                  <a:pt x="3632" y="2666"/>
                </a:lnTo>
                <a:lnTo>
                  <a:pt x="3612" y="2612"/>
                </a:lnTo>
                <a:lnTo>
                  <a:pt x="3590" y="2560"/>
                </a:lnTo>
                <a:lnTo>
                  <a:pt x="3564" y="2508"/>
                </a:lnTo>
                <a:lnTo>
                  <a:pt x="3536" y="2460"/>
                </a:lnTo>
                <a:lnTo>
                  <a:pt x="3504" y="2412"/>
                </a:lnTo>
                <a:lnTo>
                  <a:pt x="3470" y="2366"/>
                </a:lnTo>
                <a:lnTo>
                  <a:pt x="3434" y="2322"/>
                </a:lnTo>
                <a:lnTo>
                  <a:pt x="3434" y="2322"/>
                </a:lnTo>
                <a:lnTo>
                  <a:pt x="3388" y="2270"/>
                </a:lnTo>
                <a:lnTo>
                  <a:pt x="3338" y="2220"/>
                </a:lnTo>
                <a:lnTo>
                  <a:pt x="3288" y="2174"/>
                </a:lnTo>
                <a:lnTo>
                  <a:pt x="3236" y="2130"/>
                </a:lnTo>
                <a:lnTo>
                  <a:pt x="3182" y="2086"/>
                </a:lnTo>
                <a:lnTo>
                  <a:pt x="3126" y="2046"/>
                </a:lnTo>
                <a:lnTo>
                  <a:pt x="3070" y="2006"/>
                </a:lnTo>
                <a:lnTo>
                  <a:pt x="3012" y="1966"/>
                </a:lnTo>
                <a:lnTo>
                  <a:pt x="3012" y="1966"/>
                </a:lnTo>
                <a:lnTo>
                  <a:pt x="2932" y="1916"/>
                </a:lnTo>
                <a:lnTo>
                  <a:pt x="2850" y="1866"/>
                </a:lnTo>
                <a:lnTo>
                  <a:pt x="2766" y="1818"/>
                </a:lnTo>
                <a:lnTo>
                  <a:pt x="2682" y="1772"/>
                </a:lnTo>
                <a:lnTo>
                  <a:pt x="2598" y="1728"/>
                </a:lnTo>
                <a:lnTo>
                  <a:pt x="2512" y="1686"/>
                </a:lnTo>
                <a:lnTo>
                  <a:pt x="2340" y="1602"/>
                </a:lnTo>
                <a:lnTo>
                  <a:pt x="2340" y="1602"/>
                </a:lnTo>
                <a:lnTo>
                  <a:pt x="2198" y="1536"/>
                </a:lnTo>
                <a:lnTo>
                  <a:pt x="2056" y="1472"/>
                </a:lnTo>
                <a:lnTo>
                  <a:pt x="1772" y="1348"/>
                </a:lnTo>
                <a:lnTo>
                  <a:pt x="1486" y="1226"/>
                </a:lnTo>
                <a:lnTo>
                  <a:pt x="1200" y="1106"/>
                </a:lnTo>
                <a:lnTo>
                  <a:pt x="1200" y="1106"/>
                </a:lnTo>
                <a:lnTo>
                  <a:pt x="1118" y="1070"/>
                </a:lnTo>
                <a:lnTo>
                  <a:pt x="1036" y="1034"/>
                </a:lnTo>
                <a:lnTo>
                  <a:pt x="954" y="994"/>
                </a:lnTo>
                <a:lnTo>
                  <a:pt x="876" y="952"/>
                </a:lnTo>
                <a:lnTo>
                  <a:pt x="798" y="908"/>
                </a:lnTo>
                <a:lnTo>
                  <a:pt x="720" y="862"/>
                </a:lnTo>
                <a:lnTo>
                  <a:pt x="646" y="814"/>
                </a:lnTo>
                <a:lnTo>
                  <a:pt x="572" y="760"/>
                </a:lnTo>
                <a:lnTo>
                  <a:pt x="572" y="760"/>
                </a:lnTo>
                <a:lnTo>
                  <a:pt x="508" y="710"/>
                </a:lnTo>
                <a:lnTo>
                  <a:pt x="448" y="658"/>
                </a:lnTo>
                <a:lnTo>
                  <a:pt x="388" y="604"/>
                </a:lnTo>
                <a:lnTo>
                  <a:pt x="332" y="548"/>
                </a:lnTo>
                <a:lnTo>
                  <a:pt x="278" y="488"/>
                </a:lnTo>
                <a:lnTo>
                  <a:pt x="228" y="426"/>
                </a:lnTo>
                <a:lnTo>
                  <a:pt x="180" y="360"/>
                </a:lnTo>
                <a:lnTo>
                  <a:pt x="136" y="292"/>
                </a:lnTo>
                <a:lnTo>
                  <a:pt x="136" y="292"/>
                </a:lnTo>
                <a:lnTo>
                  <a:pt x="94" y="222"/>
                </a:lnTo>
                <a:lnTo>
                  <a:pt x="76" y="186"/>
                </a:lnTo>
                <a:lnTo>
                  <a:pt x="58" y="150"/>
                </a:lnTo>
                <a:lnTo>
                  <a:pt x="42" y="114"/>
                </a:lnTo>
                <a:lnTo>
                  <a:pt x="28" y="76"/>
                </a:lnTo>
                <a:lnTo>
                  <a:pt x="14" y="38"/>
                </a:lnTo>
                <a:lnTo>
                  <a:pt x="0" y="0"/>
                </a:lnTo>
                <a:lnTo>
                  <a:pt x="0" y="0"/>
                </a:lnTo>
                <a:close/>
              </a:path>
            </a:pathLst>
          </a:custGeom>
          <a:solidFill>
            <a:schemeClr val="tx2"/>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nvGrpSpPr>
          <p:cNvPr id="15" name="Group 14"/>
          <p:cNvGrpSpPr>
            <a:grpSpLocks noChangeAspect="1"/>
          </p:cNvGrpSpPr>
          <p:nvPr userDrawn="1"/>
        </p:nvGrpSpPr>
        <p:grpSpPr>
          <a:xfrm>
            <a:off x="416888" y="4537346"/>
            <a:ext cx="5040000" cy="1123654"/>
            <a:chOff x="728663" y="4465638"/>
            <a:chExt cx="5354637" cy="1193801"/>
          </a:xfrm>
        </p:grpSpPr>
        <p:sp>
          <p:nvSpPr>
            <p:cNvPr id="16"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7"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8"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9"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0"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
        <p:nvSpPr>
          <p:cNvPr id="22" name="Subtitle 2"/>
          <p:cNvSpPr>
            <a:spLocks noGrp="1"/>
          </p:cNvSpPr>
          <p:nvPr>
            <p:ph type="subTitle" idx="1" hasCustomPrompt="1"/>
          </p:nvPr>
        </p:nvSpPr>
        <p:spPr>
          <a:xfrm>
            <a:off x="5665976" y="1690688"/>
            <a:ext cx="6234859" cy="11260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sp>
        <p:nvSpPr>
          <p:cNvPr id="2" name="Titre 1"/>
          <p:cNvSpPr>
            <a:spLocks noGrp="1"/>
          </p:cNvSpPr>
          <p:nvPr>
            <p:ph type="title" hasCustomPrompt="1"/>
          </p:nvPr>
        </p:nvSpPr>
        <p:spPr>
          <a:xfrm>
            <a:off x="5655320" y="622300"/>
            <a:ext cx="6260455" cy="1068388"/>
          </a:xfrm>
          <a:prstGeom prst="rect">
            <a:avLst/>
          </a:prstGeom>
        </p:spPr>
        <p:txBody>
          <a:bodyPr lIns="0" anchor="b"/>
          <a:lstStyle>
            <a:lvl1pPr>
              <a:defRPr sz="2600">
                <a:solidFill>
                  <a:schemeClr val="accent2"/>
                </a:solidFill>
              </a:defRPr>
            </a:lvl1pPr>
          </a:lstStyle>
          <a:p>
            <a:r>
              <a:rPr lang="en-US"/>
              <a:t>Click to insert title</a:t>
            </a:r>
          </a:p>
        </p:txBody>
      </p:sp>
    </p:spTree>
    <p:extLst>
      <p:ext uri="{BB962C8B-B14F-4D97-AF65-F5344CB8AC3E}">
        <p14:creationId xmlns:p14="http://schemas.microsoft.com/office/powerpoint/2010/main" val="3450125348"/>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Title Slide 3">
    <p:bg>
      <p:bgPr>
        <a:solidFill>
          <a:srgbClr val="E6E7E7"/>
        </a:solidFill>
        <a:effectLst/>
      </p:bgPr>
    </p:bg>
    <p:spTree>
      <p:nvGrpSpPr>
        <p:cNvPr id="1" name=""/>
        <p:cNvGrpSpPr/>
        <p:nvPr/>
      </p:nvGrpSpPr>
      <p:grpSpPr>
        <a:xfrm>
          <a:off x="0" y="0"/>
          <a:ext cx="0" cy="0"/>
          <a:chOff x="0" y="0"/>
          <a:chExt cx="0" cy="0"/>
        </a:xfrm>
      </p:grpSpPr>
      <p:graphicFrame>
        <p:nvGraphicFramePr>
          <p:cNvPr id="16" name="Object 15"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6" name="Object 15"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246" name="Freeform 6"/>
          <p:cNvSpPr>
            <a:spLocks/>
          </p:cNvSpPr>
          <p:nvPr userDrawn="1"/>
        </p:nvSpPr>
        <p:spPr bwMode="auto">
          <a:xfrm>
            <a:off x="3771900" y="1847851"/>
            <a:ext cx="8420100" cy="5010150"/>
          </a:xfrm>
          <a:custGeom>
            <a:avLst/>
            <a:gdLst/>
            <a:ahLst/>
            <a:cxnLst>
              <a:cxn ang="0">
                <a:pos x="5302" y="3130"/>
              </a:cxn>
              <a:cxn ang="0">
                <a:pos x="5302" y="994"/>
              </a:cxn>
              <a:cxn ang="0">
                <a:pos x="5302" y="982"/>
              </a:cxn>
              <a:cxn ang="0">
                <a:pos x="5302" y="966"/>
              </a:cxn>
              <a:cxn ang="0">
                <a:pos x="5298" y="962"/>
              </a:cxn>
              <a:cxn ang="0">
                <a:pos x="5284" y="968"/>
              </a:cxn>
              <a:cxn ang="0">
                <a:pos x="5234" y="992"/>
              </a:cxn>
              <a:cxn ang="0">
                <a:pos x="5132" y="1030"/>
              </a:cxn>
              <a:cxn ang="0">
                <a:pos x="5080" y="1044"/>
              </a:cxn>
              <a:cxn ang="0">
                <a:pos x="4944" y="1076"/>
              </a:cxn>
              <a:cxn ang="0">
                <a:pos x="4806" y="1094"/>
              </a:cxn>
              <a:cxn ang="0">
                <a:pos x="4668" y="1104"/>
              </a:cxn>
              <a:cxn ang="0">
                <a:pos x="4528" y="1102"/>
              </a:cxn>
              <a:cxn ang="0">
                <a:pos x="4436" y="1098"/>
              </a:cxn>
              <a:cxn ang="0">
                <a:pos x="4254" y="1080"/>
              </a:cxn>
              <a:cxn ang="0">
                <a:pos x="4074" y="1054"/>
              </a:cxn>
              <a:cxn ang="0">
                <a:pos x="3894" y="1018"/>
              </a:cxn>
              <a:cxn ang="0">
                <a:pos x="3806" y="996"/>
              </a:cxn>
              <a:cxn ang="0">
                <a:pos x="3518" y="918"/>
              </a:cxn>
              <a:cxn ang="0">
                <a:pos x="3236" y="828"/>
              </a:cxn>
              <a:cxn ang="0">
                <a:pos x="2956" y="724"/>
              </a:cxn>
              <a:cxn ang="0">
                <a:pos x="2680" y="612"/>
              </a:cxn>
              <a:cxn ang="0">
                <a:pos x="2522" y="544"/>
              </a:cxn>
              <a:cxn ang="0">
                <a:pos x="2210" y="402"/>
              </a:cxn>
              <a:cxn ang="0">
                <a:pos x="1902" y="250"/>
              </a:cxn>
              <a:cxn ang="0">
                <a:pos x="1596" y="92"/>
              </a:cxn>
              <a:cxn ang="0">
                <a:pos x="1446" y="10"/>
              </a:cxn>
              <a:cxn ang="0">
                <a:pos x="1434" y="4"/>
              </a:cxn>
              <a:cxn ang="0">
                <a:pos x="1432" y="0"/>
              </a:cxn>
              <a:cxn ang="0">
                <a:pos x="1424" y="0"/>
              </a:cxn>
              <a:cxn ang="0">
                <a:pos x="1286" y="88"/>
              </a:cxn>
              <a:cxn ang="0">
                <a:pos x="1132" y="194"/>
              </a:cxn>
              <a:cxn ang="0">
                <a:pos x="982" y="304"/>
              </a:cxn>
              <a:cxn ang="0">
                <a:pos x="838" y="422"/>
              </a:cxn>
              <a:cxn ang="0">
                <a:pos x="702" y="548"/>
              </a:cxn>
              <a:cxn ang="0">
                <a:pos x="660" y="592"/>
              </a:cxn>
              <a:cxn ang="0">
                <a:pos x="578" y="678"/>
              </a:cxn>
              <a:cxn ang="0">
                <a:pos x="500" y="768"/>
              </a:cxn>
              <a:cxn ang="0">
                <a:pos x="428" y="862"/>
              </a:cxn>
              <a:cxn ang="0">
                <a:pos x="360" y="958"/>
              </a:cxn>
              <a:cxn ang="0">
                <a:pos x="296" y="1058"/>
              </a:cxn>
              <a:cxn ang="0">
                <a:pos x="240" y="1162"/>
              </a:cxn>
              <a:cxn ang="0">
                <a:pos x="188" y="1270"/>
              </a:cxn>
              <a:cxn ang="0">
                <a:pos x="164" y="1326"/>
              </a:cxn>
              <a:cxn ang="0">
                <a:pos x="114" y="1460"/>
              </a:cxn>
              <a:cxn ang="0">
                <a:pos x="72" y="1596"/>
              </a:cxn>
              <a:cxn ang="0">
                <a:pos x="42" y="1736"/>
              </a:cxn>
              <a:cxn ang="0">
                <a:pos x="18" y="1876"/>
              </a:cxn>
              <a:cxn ang="0">
                <a:pos x="10" y="1958"/>
              </a:cxn>
              <a:cxn ang="0">
                <a:pos x="4" y="2038"/>
              </a:cxn>
              <a:cxn ang="0">
                <a:pos x="2" y="2052"/>
              </a:cxn>
              <a:cxn ang="0">
                <a:pos x="0" y="2054"/>
              </a:cxn>
              <a:cxn ang="0">
                <a:pos x="0" y="2312"/>
              </a:cxn>
              <a:cxn ang="0">
                <a:pos x="6" y="2330"/>
              </a:cxn>
              <a:cxn ang="0">
                <a:pos x="6" y="2350"/>
              </a:cxn>
              <a:cxn ang="0">
                <a:pos x="26" y="2552"/>
              </a:cxn>
              <a:cxn ang="0">
                <a:pos x="56" y="2752"/>
              </a:cxn>
              <a:cxn ang="0">
                <a:pos x="100" y="2950"/>
              </a:cxn>
              <a:cxn ang="0">
                <a:pos x="150" y="3148"/>
              </a:cxn>
              <a:cxn ang="0">
                <a:pos x="154" y="3156"/>
              </a:cxn>
              <a:cxn ang="0">
                <a:pos x="5304" y="3156"/>
              </a:cxn>
              <a:cxn ang="0">
                <a:pos x="5302" y="3130"/>
              </a:cxn>
            </a:cxnLst>
            <a:rect l="0" t="0" r="r" b="b"/>
            <a:pathLst>
              <a:path w="5304" h="3156">
                <a:moveTo>
                  <a:pt x="5302" y="3130"/>
                </a:moveTo>
                <a:lnTo>
                  <a:pt x="5302" y="3130"/>
                </a:lnTo>
                <a:lnTo>
                  <a:pt x="5302" y="994"/>
                </a:lnTo>
                <a:lnTo>
                  <a:pt x="5302" y="994"/>
                </a:lnTo>
                <a:lnTo>
                  <a:pt x="5302" y="982"/>
                </a:lnTo>
                <a:lnTo>
                  <a:pt x="5302" y="982"/>
                </a:lnTo>
                <a:lnTo>
                  <a:pt x="5302" y="968"/>
                </a:lnTo>
                <a:lnTo>
                  <a:pt x="5302" y="966"/>
                </a:lnTo>
                <a:lnTo>
                  <a:pt x="5300" y="964"/>
                </a:lnTo>
                <a:lnTo>
                  <a:pt x="5298" y="962"/>
                </a:lnTo>
                <a:lnTo>
                  <a:pt x="5294" y="964"/>
                </a:lnTo>
                <a:lnTo>
                  <a:pt x="5284" y="968"/>
                </a:lnTo>
                <a:lnTo>
                  <a:pt x="5284" y="968"/>
                </a:lnTo>
                <a:lnTo>
                  <a:pt x="5234" y="992"/>
                </a:lnTo>
                <a:lnTo>
                  <a:pt x="5184" y="1012"/>
                </a:lnTo>
                <a:lnTo>
                  <a:pt x="5132" y="1030"/>
                </a:lnTo>
                <a:lnTo>
                  <a:pt x="5080" y="1044"/>
                </a:lnTo>
                <a:lnTo>
                  <a:pt x="5080" y="1044"/>
                </a:lnTo>
                <a:lnTo>
                  <a:pt x="5012" y="1062"/>
                </a:lnTo>
                <a:lnTo>
                  <a:pt x="4944" y="1076"/>
                </a:lnTo>
                <a:lnTo>
                  <a:pt x="4876" y="1086"/>
                </a:lnTo>
                <a:lnTo>
                  <a:pt x="4806" y="1094"/>
                </a:lnTo>
                <a:lnTo>
                  <a:pt x="4736" y="1100"/>
                </a:lnTo>
                <a:lnTo>
                  <a:pt x="4668" y="1104"/>
                </a:lnTo>
                <a:lnTo>
                  <a:pt x="4598" y="1104"/>
                </a:lnTo>
                <a:lnTo>
                  <a:pt x="4528" y="1102"/>
                </a:lnTo>
                <a:lnTo>
                  <a:pt x="4528" y="1102"/>
                </a:lnTo>
                <a:lnTo>
                  <a:pt x="4436" y="1098"/>
                </a:lnTo>
                <a:lnTo>
                  <a:pt x="4344" y="1090"/>
                </a:lnTo>
                <a:lnTo>
                  <a:pt x="4254" y="1080"/>
                </a:lnTo>
                <a:lnTo>
                  <a:pt x="4164" y="1068"/>
                </a:lnTo>
                <a:lnTo>
                  <a:pt x="4074" y="1054"/>
                </a:lnTo>
                <a:lnTo>
                  <a:pt x="3984" y="1036"/>
                </a:lnTo>
                <a:lnTo>
                  <a:pt x="3894" y="1018"/>
                </a:lnTo>
                <a:lnTo>
                  <a:pt x="3806" y="996"/>
                </a:lnTo>
                <a:lnTo>
                  <a:pt x="3806" y="996"/>
                </a:lnTo>
                <a:lnTo>
                  <a:pt x="3660" y="960"/>
                </a:lnTo>
                <a:lnTo>
                  <a:pt x="3518" y="918"/>
                </a:lnTo>
                <a:lnTo>
                  <a:pt x="3376" y="874"/>
                </a:lnTo>
                <a:lnTo>
                  <a:pt x="3236" y="828"/>
                </a:lnTo>
                <a:lnTo>
                  <a:pt x="3096" y="778"/>
                </a:lnTo>
                <a:lnTo>
                  <a:pt x="2956" y="724"/>
                </a:lnTo>
                <a:lnTo>
                  <a:pt x="2818" y="670"/>
                </a:lnTo>
                <a:lnTo>
                  <a:pt x="2680" y="612"/>
                </a:lnTo>
                <a:lnTo>
                  <a:pt x="2680" y="612"/>
                </a:lnTo>
                <a:lnTo>
                  <a:pt x="2522" y="544"/>
                </a:lnTo>
                <a:lnTo>
                  <a:pt x="2366" y="474"/>
                </a:lnTo>
                <a:lnTo>
                  <a:pt x="2210" y="402"/>
                </a:lnTo>
                <a:lnTo>
                  <a:pt x="2056" y="326"/>
                </a:lnTo>
                <a:lnTo>
                  <a:pt x="1902" y="250"/>
                </a:lnTo>
                <a:lnTo>
                  <a:pt x="1748" y="172"/>
                </a:lnTo>
                <a:lnTo>
                  <a:pt x="1596" y="92"/>
                </a:lnTo>
                <a:lnTo>
                  <a:pt x="1446" y="10"/>
                </a:lnTo>
                <a:lnTo>
                  <a:pt x="1446" y="10"/>
                </a:lnTo>
                <a:lnTo>
                  <a:pt x="1438" y="6"/>
                </a:lnTo>
                <a:lnTo>
                  <a:pt x="1434" y="4"/>
                </a:lnTo>
                <a:lnTo>
                  <a:pt x="1432" y="0"/>
                </a:lnTo>
                <a:lnTo>
                  <a:pt x="1432" y="0"/>
                </a:lnTo>
                <a:lnTo>
                  <a:pt x="1424" y="0"/>
                </a:lnTo>
                <a:lnTo>
                  <a:pt x="1424" y="0"/>
                </a:lnTo>
                <a:lnTo>
                  <a:pt x="1286" y="88"/>
                </a:lnTo>
                <a:lnTo>
                  <a:pt x="1286" y="88"/>
                </a:lnTo>
                <a:lnTo>
                  <a:pt x="1208" y="140"/>
                </a:lnTo>
                <a:lnTo>
                  <a:pt x="1132" y="194"/>
                </a:lnTo>
                <a:lnTo>
                  <a:pt x="1056" y="248"/>
                </a:lnTo>
                <a:lnTo>
                  <a:pt x="982" y="304"/>
                </a:lnTo>
                <a:lnTo>
                  <a:pt x="910" y="362"/>
                </a:lnTo>
                <a:lnTo>
                  <a:pt x="838" y="422"/>
                </a:lnTo>
                <a:lnTo>
                  <a:pt x="770" y="484"/>
                </a:lnTo>
                <a:lnTo>
                  <a:pt x="702" y="548"/>
                </a:lnTo>
                <a:lnTo>
                  <a:pt x="702" y="548"/>
                </a:lnTo>
                <a:lnTo>
                  <a:pt x="660" y="592"/>
                </a:lnTo>
                <a:lnTo>
                  <a:pt x="618" y="634"/>
                </a:lnTo>
                <a:lnTo>
                  <a:pt x="578" y="678"/>
                </a:lnTo>
                <a:lnTo>
                  <a:pt x="538" y="724"/>
                </a:lnTo>
                <a:lnTo>
                  <a:pt x="500" y="768"/>
                </a:lnTo>
                <a:lnTo>
                  <a:pt x="464" y="814"/>
                </a:lnTo>
                <a:lnTo>
                  <a:pt x="428" y="862"/>
                </a:lnTo>
                <a:lnTo>
                  <a:pt x="392" y="910"/>
                </a:lnTo>
                <a:lnTo>
                  <a:pt x="360" y="958"/>
                </a:lnTo>
                <a:lnTo>
                  <a:pt x="328" y="1008"/>
                </a:lnTo>
                <a:lnTo>
                  <a:pt x="296" y="1058"/>
                </a:lnTo>
                <a:lnTo>
                  <a:pt x="268" y="1110"/>
                </a:lnTo>
                <a:lnTo>
                  <a:pt x="240" y="1162"/>
                </a:lnTo>
                <a:lnTo>
                  <a:pt x="212" y="1216"/>
                </a:lnTo>
                <a:lnTo>
                  <a:pt x="188" y="1270"/>
                </a:lnTo>
                <a:lnTo>
                  <a:pt x="164" y="1326"/>
                </a:lnTo>
                <a:lnTo>
                  <a:pt x="164" y="1326"/>
                </a:lnTo>
                <a:lnTo>
                  <a:pt x="136" y="1392"/>
                </a:lnTo>
                <a:lnTo>
                  <a:pt x="114" y="1460"/>
                </a:lnTo>
                <a:lnTo>
                  <a:pt x="92" y="1528"/>
                </a:lnTo>
                <a:lnTo>
                  <a:pt x="72" y="1596"/>
                </a:lnTo>
                <a:lnTo>
                  <a:pt x="56" y="1666"/>
                </a:lnTo>
                <a:lnTo>
                  <a:pt x="42" y="1736"/>
                </a:lnTo>
                <a:lnTo>
                  <a:pt x="28" y="1806"/>
                </a:lnTo>
                <a:lnTo>
                  <a:pt x="18" y="1876"/>
                </a:lnTo>
                <a:lnTo>
                  <a:pt x="18" y="1876"/>
                </a:lnTo>
                <a:lnTo>
                  <a:pt x="10" y="1958"/>
                </a:lnTo>
                <a:lnTo>
                  <a:pt x="4" y="2038"/>
                </a:lnTo>
                <a:lnTo>
                  <a:pt x="4" y="2038"/>
                </a:lnTo>
                <a:lnTo>
                  <a:pt x="4" y="2048"/>
                </a:lnTo>
                <a:lnTo>
                  <a:pt x="2" y="2052"/>
                </a:lnTo>
                <a:lnTo>
                  <a:pt x="0" y="2054"/>
                </a:lnTo>
                <a:lnTo>
                  <a:pt x="0" y="2054"/>
                </a:lnTo>
                <a:lnTo>
                  <a:pt x="0" y="2312"/>
                </a:lnTo>
                <a:lnTo>
                  <a:pt x="0" y="2312"/>
                </a:lnTo>
                <a:lnTo>
                  <a:pt x="4" y="2320"/>
                </a:lnTo>
                <a:lnTo>
                  <a:pt x="6" y="2330"/>
                </a:lnTo>
                <a:lnTo>
                  <a:pt x="6" y="2350"/>
                </a:lnTo>
                <a:lnTo>
                  <a:pt x="6" y="2350"/>
                </a:lnTo>
                <a:lnTo>
                  <a:pt x="14" y="2452"/>
                </a:lnTo>
                <a:lnTo>
                  <a:pt x="26" y="2552"/>
                </a:lnTo>
                <a:lnTo>
                  <a:pt x="40" y="2652"/>
                </a:lnTo>
                <a:lnTo>
                  <a:pt x="56" y="2752"/>
                </a:lnTo>
                <a:lnTo>
                  <a:pt x="76" y="2852"/>
                </a:lnTo>
                <a:lnTo>
                  <a:pt x="100" y="2950"/>
                </a:lnTo>
                <a:lnTo>
                  <a:pt x="124" y="3050"/>
                </a:lnTo>
                <a:lnTo>
                  <a:pt x="150" y="3148"/>
                </a:lnTo>
                <a:lnTo>
                  <a:pt x="150" y="3148"/>
                </a:lnTo>
                <a:lnTo>
                  <a:pt x="154" y="3156"/>
                </a:lnTo>
                <a:lnTo>
                  <a:pt x="154" y="3156"/>
                </a:lnTo>
                <a:lnTo>
                  <a:pt x="5304" y="3156"/>
                </a:lnTo>
                <a:lnTo>
                  <a:pt x="5304" y="3156"/>
                </a:lnTo>
                <a:lnTo>
                  <a:pt x="5302" y="3130"/>
                </a:lnTo>
                <a:lnTo>
                  <a:pt x="5302" y="313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7" name="Title 1"/>
          <p:cNvSpPr>
            <a:spLocks noGrp="1"/>
          </p:cNvSpPr>
          <p:nvPr>
            <p:ph type="ctrTitle" hasCustomPrompt="1"/>
          </p:nvPr>
        </p:nvSpPr>
        <p:spPr>
          <a:xfrm>
            <a:off x="5016499" y="3644152"/>
            <a:ext cx="6899275"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gn="l">
              <a:lnSpc>
                <a:spcPts val="3000"/>
              </a:lnSpc>
              <a:defRPr lang="en-US" sz="2600" b="0" dirty="0">
                <a:solidFill>
                  <a:schemeClr val="bg1"/>
                </a:solidFill>
              </a:defRPr>
            </a:lvl1pPr>
          </a:lstStyle>
          <a:p>
            <a:pPr marL="0" lvl="0"/>
            <a:r>
              <a:rPr lang="en-US"/>
              <a:t>Click to insert title</a:t>
            </a:r>
          </a:p>
        </p:txBody>
      </p:sp>
      <p:sp>
        <p:nvSpPr>
          <p:cNvPr id="8" name="Subtitle 2"/>
          <p:cNvSpPr>
            <a:spLocks noGrp="1"/>
          </p:cNvSpPr>
          <p:nvPr>
            <p:ph type="subTitle" idx="1" hasCustomPrompt="1"/>
          </p:nvPr>
        </p:nvSpPr>
        <p:spPr>
          <a:xfrm>
            <a:off x="5016499" y="5236923"/>
            <a:ext cx="6899275"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grpSp>
        <p:nvGrpSpPr>
          <p:cNvPr id="22" name="Group 14"/>
          <p:cNvGrpSpPr>
            <a:grpSpLocks noChangeAspect="1"/>
          </p:cNvGrpSpPr>
          <p:nvPr userDrawn="1"/>
        </p:nvGrpSpPr>
        <p:grpSpPr>
          <a:xfrm>
            <a:off x="407988" y="695702"/>
            <a:ext cx="5040000" cy="1123653"/>
            <a:chOff x="728663" y="4465638"/>
            <a:chExt cx="5354637" cy="1193800"/>
          </a:xfrm>
        </p:grpSpPr>
        <p:sp>
          <p:nvSpPr>
            <p:cNvPr id="23"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4"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5"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6"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7"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Tree>
    <p:extLst>
      <p:ext uri="{BB962C8B-B14F-4D97-AF65-F5344CB8AC3E}">
        <p14:creationId xmlns:p14="http://schemas.microsoft.com/office/powerpoint/2010/main" val="1749621551"/>
      </p:ext>
    </p:extLst>
  </p:cSld>
  <p:clrMapOvr>
    <a:masterClrMapping/>
  </p:clrMapOvr>
  <p:extLst>
    <p:ext uri="{DCECCB84-F9BA-43D5-87BE-67443E8EF086}">
      <p15:sldGuideLst xmlns:p15="http://schemas.microsoft.com/office/powerpoint/2012/main">
        <p15:guide id="1" orient="horz" pos="935">
          <p15:clr>
            <a:srgbClr val="FBAE40"/>
          </p15:clr>
        </p15:guide>
        <p15:guide id="2" pos="257">
          <p15:clr>
            <a:srgbClr val="FBAE40"/>
          </p15:clr>
        </p15:guide>
        <p15:guide id="3" pos="316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Title Slide 4">
    <p:bg>
      <p:bgPr>
        <a:solidFill>
          <a:srgbClr val="E6E7E7"/>
        </a:solidFill>
        <a:effectLst/>
      </p:bgPr>
    </p:bg>
    <p:spTree>
      <p:nvGrpSpPr>
        <p:cNvPr id="1" name=""/>
        <p:cNvGrpSpPr/>
        <p:nvPr/>
      </p:nvGrpSpPr>
      <p:grpSpPr>
        <a:xfrm>
          <a:off x="0" y="0"/>
          <a:ext cx="0" cy="0"/>
          <a:chOff x="0" y="0"/>
          <a:chExt cx="0" cy="0"/>
        </a:xfrm>
      </p:grpSpPr>
      <p:graphicFrame>
        <p:nvGraphicFramePr>
          <p:cNvPr id="14" name="Object 13"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4" name="Object 13"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271" name="Freeform 7"/>
          <p:cNvSpPr>
            <a:spLocks/>
          </p:cNvSpPr>
          <p:nvPr userDrawn="1"/>
        </p:nvSpPr>
        <p:spPr bwMode="auto">
          <a:xfrm>
            <a:off x="5892403" y="1"/>
            <a:ext cx="6327776" cy="5670550"/>
          </a:xfrm>
          <a:custGeom>
            <a:avLst/>
            <a:gdLst/>
            <a:ahLst/>
            <a:cxnLst>
              <a:cxn ang="0">
                <a:pos x="3986" y="2526"/>
              </a:cxn>
              <a:cxn ang="0">
                <a:pos x="3986" y="2512"/>
              </a:cxn>
              <a:cxn ang="0">
                <a:pos x="3986" y="0"/>
              </a:cxn>
              <a:cxn ang="0">
                <a:pos x="648" y="0"/>
              </a:cxn>
              <a:cxn ang="0">
                <a:pos x="682" y="84"/>
              </a:cxn>
              <a:cxn ang="0">
                <a:pos x="698" y="132"/>
              </a:cxn>
              <a:cxn ang="0">
                <a:pos x="724" y="230"/>
              </a:cxn>
              <a:cxn ang="0">
                <a:pos x="738" y="328"/>
              </a:cxn>
              <a:cxn ang="0">
                <a:pos x="744" y="428"/>
              </a:cxn>
              <a:cxn ang="0">
                <a:pos x="744" y="478"/>
              </a:cxn>
              <a:cxn ang="0">
                <a:pos x="734" y="656"/>
              </a:cxn>
              <a:cxn ang="0">
                <a:pos x="710" y="830"/>
              </a:cxn>
              <a:cxn ang="0">
                <a:pos x="674" y="1002"/>
              </a:cxn>
              <a:cxn ang="0">
                <a:pos x="628" y="1172"/>
              </a:cxn>
              <a:cxn ang="0">
                <a:pos x="590" y="1296"/>
              </a:cxn>
              <a:cxn ang="0">
                <a:pos x="504" y="1542"/>
              </a:cxn>
              <a:cxn ang="0">
                <a:pos x="406" y="1782"/>
              </a:cxn>
              <a:cxn ang="0">
                <a:pos x="300" y="2020"/>
              </a:cxn>
              <a:cxn ang="0">
                <a:pos x="244" y="2136"/>
              </a:cxn>
              <a:cxn ang="0">
                <a:pos x="128" y="2366"/>
              </a:cxn>
              <a:cxn ang="0">
                <a:pos x="8" y="2594"/>
              </a:cxn>
              <a:cxn ang="0">
                <a:pos x="0" y="2608"/>
              </a:cxn>
              <a:cxn ang="0">
                <a:pos x="0" y="2612"/>
              </a:cxn>
              <a:cxn ang="0">
                <a:pos x="50" y="2690"/>
              </a:cxn>
              <a:cxn ang="0">
                <a:pos x="100" y="2766"/>
              </a:cxn>
              <a:cxn ang="0">
                <a:pos x="190" y="2890"/>
              </a:cxn>
              <a:cxn ang="0">
                <a:pos x="286" y="3006"/>
              </a:cxn>
              <a:cxn ang="0">
                <a:pos x="390" y="3116"/>
              </a:cxn>
              <a:cxn ang="0">
                <a:pos x="502" y="3220"/>
              </a:cxn>
              <a:cxn ang="0">
                <a:pos x="540" y="3252"/>
              </a:cxn>
              <a:cxn ang="0">
                <a:pos x="622" y="3312"/>
              </a:cxn>
              <a:cxn ang="0">
                <a:pos x="706" y="3366"/>
              </a:cxn>
              <a:cxn ang="0">
                <a:pos x="792" y="3414"/>
              </a:cxn>
              <a:cxn ang="0">
                <a:pos x="882" y="3456"/>
              </a:cxn>
              <a:cxn ang="0">
                <a:pos x="976" y="3492"/>
              </a:cxn>
              <a:cxn ang="0">
                <a:pos x="1070" y="3520"/>
              </a:cxn>
              <a:cxn ang="0">
                <a:pos x="1170" y="3542"/>
              </a:cxn>
              <a:cxn ang="0">
                <a:pos x="1220" y="3552"/>
              </a:cxn>
              <a:cxn ang="0">
                <a:pos x="1374" y="3568"/>
              </a:cxn>
              <a:cxn ang="0">
                <a:pos x="1382" y="3568"/>
              </a:cxn>
              <a:cxn ang="0">
                <a:pos x="1390" y="3572"/>
              </a:cxn>
              <a:cxn ang="0">
                <a:pos x="1420" y="3572"/>
              </a:cxn>
              <a:cxn ang="0">
                <a:pos x="1544" y="3572"/>
              </a:cxn>
              <a:cxn ang="0">
                <a:pos x="1544" y="3568"/>
              </a:cxn>
              <a:cxn ang="0">
                <a:pos x="1610" y="3564"/>
              </a:cxn>
              <a:cxn ang="0">
                <a:pos x="1740" y="3552"/>
              </a:cxn>
              <a:cxn ang="0">
                <a:pos x="1870" y="3530"/>
              </a:cxn>
              <a:cxn ang="0">
                <a:pos x="1998" y="3502"/>
              </a:cxn>
              <a:cxn ang="0">
                <a:pos x="2062" y="3486"/>
              </a:cxn>
              <a:cxn ang="0">
                <a:pos x="2262" y="3426"/>
              </a:cxn>
              <a:cxn ang="0">
                <a:pos x="2458" y="3356"/>
              </a:cxn>
              <a:cxn ang="0">
                <a:pos x="2650" y="3276"/>
              </a:cxn>
              <a:cxn ang="0">
                <a:pos x="2840" y="3190"/>
              </a:cxn>
              <a:cxn ang="0">
                <a:pos x="2966" y="3128"/>
              </a:cxn>
              <a:cxn ang="0">
                <a:pos x="3218" y="2996"/>
              </a:cxn>
              <a:cxn ang="0">
                <a:pos x="3464" y="2858"/>
              </a:cxn>
              <a:cxn ang="0">
                <a:pos x="3708" y="2714"/>
              </a:cxn>
              <a:cxn ang="0">
                <a:pos x="3828" y="2640"/>
              </a:cxn>
              <a:cxn ang="0">
                <a:pos x="3974" y="2548"/>
              </a:cxn>
              <a:cxn ang="0">
                <a:pos x="3984" y="2540"/>
              </a:cxn>
              <a:cxn ang="0">
                <a:pos x="3986" y="2526"/>
              </a:cxn>
            </a:cxnLst>
            <a:rect l="0" t="0" r="r" b="b"/>
            <a:pathLst>
              <a:path w="3986" h="3572">
                <a:moveTo>
                  <a:pt x="3986" y="2526"/>
                </a:moveTo>
                <a:lnTo>
                  <a:pt x="3986" y="2526"/>
                </a:lnTo>
                <a:lnTo>
                  <a:pt x="3986" y="2512"/>
                </a:lnTo>
                <a:lnTo>
                  <a:pt x="3986" y="2512"/>
                </a:lnTo>
                <a:lnTo>
                  <a:pt x="3986" y="0"/>
                </a:lnTo>
                <a:lnTo>
                  <a:pt x="3986" y="0"/>
                </a:lnTo>
                <a:lnTo>
                  <a:pt x="648" y="0"/>
                </a:lnTo>
                <a:lnTo>
                  <a:pt x="648" y="0"/>
                </a:lnTo>
                <a:lnTo>
                  <a:pt x="666" y="42"/>
                </a:lnTo>
                <a:lnTo>
                  <a:pt x="682" y="84"/>
                </a:lnTo>
                <a:lnTo>
                  <a:pt x="682" y="84"/>
                </a:lnTo>
                <a:lnTo>
                  <a:pt x="698" y="132"/>
                </a:lnTo>
                <a:lnTo>
                  <a:pt x="712" y="182"/>
                </a:lnTo>
                <a:lnTo>
                  <a:pt x="724" y="230"/>
                </a:lnTo>
                <a:lnTo>
                  <a:pt x="732" y="280"/>
                </a:lnTo>
                <a:lnTo>
                  <a:pt x="738" y="328"/>
                </a:lnTo>
                <a:lnTo>
                  <a:pt x="742" y="378"/>
                </a:lnTo>
                <a:lnTo>
                  <a:pt x="744" y="428"/>
                </a:lnTo>
                <a:lnTo>
                  <a:pt x="744" y="478"/>
                </a:lnTo>
                <a:lnTo>
                  <a:pt x="744" y="478"/>
                </a:lnTo>
                <a:lnTo>
                  <a:pt x="742" y="568"/>
                </a:lnTo>
                <a:lnTo>
                  <a:pt x="734" y="656"/>
                </a:lnTo>
                <a:lnTo>
                  <a:pt x="724" y="742"/>
                </a:lnTo>
                <a:lnTo>
                  <a:pt x="710" y="830"/>
                </a:lnTo>
                <a:lnTo>
                  <a:pt x="694" y="916"/>
                </a:lnTo>
                <a:lnTo>
                  <a:pt x="674" y="1002"/>
                </a:lnTo>
                <a:lnTo>
                  <a:pt x="652" y="1088"/>
                </a:lnTo>
                <a:lnTo>
                  <a:pt x="628" y="1172"/>
                </a:lnTo>
                <a:lnTo>
                  <a:pt x="628" y="1172"/>
                </a:lnTo>
                <a:lnTo>
                  <a:pt x="590" y="1296"/>
                </a:lnTo>
                <a:lnTo>
                  <a:pt x="548" y="1420"/>
                </a:lnTo>
                <a:lnTo>
                  <a:pt x="504" y="1542"/>
                </a:lnTo>
                <a:lnTo>
                  <a:pt x="456" y="1662"/>
                </a:lnTo>
                <a:lnTo>
                  <a:pt x="406" y="1782"/>
                </a:lnTo>
                <a:lnTo>
                  <a:pt x="354" y="1900"/>
                </a:lnTo>
                <a:lnTo>
                  <a:pt x="300" y="2020"/>
                </a:lnTo>
                <a:lnTo>
                  <a:pt x="244" y="2136"/>
                </a:lnTo>
                <a:lnTo>
                  <a:pt x="244" y="2136"/>
                </a:lnTo>
                <a:lnTo>
                  <a:pt x="188" y="2252"/>
                </a:lnTo>
                <a:lnTo>
                  <a:pt x="128" y="2366"/>
                </a:lnTo>
                <a:lnTo>
                  <a:pt x="70" y="2480"/>
                </a:lnTo>
                <a:lnTo>
                  <a:pt x="8" y="2594"/>
                </a:lnTo>
                <a:lnTo>
                  <a:pt x="8" y="2594"/>
                </a:lnTo>
                <a:lnTo>
                  <a:pt x="0" y="2608"/>
                </a:lnTo>
                <a:lnTo>
                  <a:pt x="0" y="2608"/>
                </a:lnTo>
                <a:lnTo>
                  <a:pt x="0" y="2612"/>
                </a:lnTo>
                <a:lnTo>
                  <a:pt x="0" y="2612"/>
                </a:lnTo>
                <a:lnTo>
                  <a:pt x="50" y="2690"/>
                </a:lnTo>
                <a:lnTo>
                  <a:pt x="100" y="2766"/>
                </a:lnTo>
                <a:lnTo>
                  <a:pt x="100" y="2766"/>
                </a:lnTo>
                <a:lnTo>
                  <a:pt x="144" y="2828"/>
                </a:lnTo>
                <a:lnTo>
                  <a:pt x="190" y="2890"/>
                </a:lnTo>
                <a:lnTo>
                  <a:pt x="236" y="2948"/>
                </a:lnTo>
                <a:lnTo>
                  <a:pt x="286" y="3006"/>
                </a:lnTo>
                <a:lnTo>
                  <a:pt x="336" y="3062"/>
                </a:lnTo>
                <a:lnTo>
                  <a:pt x="390" y="3116"/>
                </a:lnTo>
                <a:lnTo>
                  <a:pt x="444" y="3170"/>
                </a:lnTo>
                <a:lnTo>
                  <a:pt x="502" y="3220"/>
                </a:lnTo>
                <a:lnTo>
                  <a:pt x="502" y="3220"/>
                </a:lnTo>
                <a:lnTo>
                  <a:pt x="540" y="3252"/>
                </a:lnTo>
                <a:lnTo>
                  <a:pt x="582" y="3282"/>
                </a:lnTo>
                <a:lnTo>
                  <a:pt x="622" y="3312"/>
                </a:lnTo>
                <a:lnTo>
                  <a:pt x="664" y="3340"/>
                </a:lnTo>
                <a:lnTo>
                  <a:pt x="706" y="3366"/>
                </a:lnTo>
                <a:lnTo>
                  <a:pt x="750" y="3390"/>
                </a:lnTo>
                <a:lnTo>
                  <a:pt x="792" y="3414"/>
                </a:lnTo>
                <a:lnTo>
                  <a:pt x="838" y="3436"/>
                </a:lnTo>
                <a:lnTo>
                  <a:pt x="882" y="3456"/>
                </a:lnTo>
                <a:lnTo>
                  <a:pt x="928" y="3474"/>
                </a:lnTo>
                <a:lnTo>
                  <a:pt x="976" y="3492"/>
                </a:lnTo>
                <a:lnTo>
                  <a:pt x="1022" y="3506"/>
                </a:lnTo>
                <a:lnTo>
                  <a:pt x="1070" y="3520"/>
                </a:lnTo>
                <a:lnTo>
                  <a:pt x="1120" y="3532"/>
                </a:lnTo>
                <a:lnTo>
                  <a:pt x="1170" y="3542"/>
                </a:lnTo>
                <a:lnTo>
                  <a:pt x="1220" y="3552"/>
                </a:lnTo>
                <a:lnTo>
                  <a:pt x="1220" y="3552"/>
                </a:lnTo>
                <a:lnTo>
                  <a:pt x="1296" y="3562"/>
                </a:lnTo>
                <a:lnTo>
                  <a:pt x="1374" y="3568"/>
                </a:lnTo>
                <a:lnTo>
                  <a:pt x="1374" y="3568"/>
                </a:lnTo>
                <a:lnTo>
                  <a:pt x="1382" y="3568"/>
                </a:lnTo>
                <a:lnTo>
                  <a:pt x="1386" y="3568"/>
                </a:lnTo>
                <a:lnTo>
                  <a:pt x="1390" y="3572"/>
                </a:lnTo>
                <a:lnTo>
                  <a:pt x="1390" y="3572"/>
                </a:lnTo>
                <a:lnTo>
                  <a:pt x="1420" y="3572"/>
                </a:lnTo>
                <a:lnTo>
                  <a:pt x="1420" y="3572"/>
                </a:lnTo>
                <a:lnTo>
                  <a:pt x="1544" y="3572"/>
                </a:lnTo>
                <a:lnTo>
                  <a:pt x="1544" y="3572"/>
                </a:lnTo>
                <a:lnTo>
                  <a:pt x="1544" y="3568"/>
                </a:lnTo>
                <a:lnTo>
                  <a:pt x="1544" y="3568"/>
                </a:lnTo>
                <a:lnTo>
                  <a:pt x="1610" y="3564"/>
                </a:lnTo>
                <a:lnTo>
                  <a:pt x="1676" y="3558"/>
                </a:lnTo>
                <a:lnTo>
                  <a:pt x="1740" y="3552"/>
                </a:lnTo>
                <a:lnTo>
                  <a:pt x="1806" y="3542"/>
                </a:lnTo>
                <a:lnTo>
                  <a:pt x="1870" y="3530"/>
                </a:lnTo>
                <a:lnTo>
                  <a:pt x="1934" y="3516"/>
                </a:lnTo>
                <a:lnTo>
                  <a:pt x="1998" y="3502"/>
                </a:lnTo>
                <a:lnTo>
                  <a:pt x="2062" y="3486"/>
                </a:lnTo>
                <a:lnTo>
                  <a:pt x="2062" y="3486"/>
                </a:lnTo>
                <a:lnTo>
                  <a:pt x="2162" y="3458"/>
                </a:lnTo>
                <a:lnTo>
                  <a:pt x="2262" y="3426"/>
                </a:lnTo>
                <a:lnTo>
                  <a:pt x="2360" y="3392"/>
                </a:lnTo>
                <a:lnTo>
                  <a:pt x="2458" y="3356"/>
                </a:lnTo>
                <a:lnTo>
                  <a:pt x="2554" y="3316"/>
                </a:lnTo>
                <a:lnTo>
                  <a:pt x="2650" y="3276"/>
                </a:lnTo>
                <a:lnTo>
                  <a:pt x="2746" y="3234"/>
                </a:lnTo>
                <a:lnTo>
                  <a:pt x="2840" y="3190"/>
                </a:lnTo>
                <a:lnTo>
                  <a:pt x="2840" y="3190"/>
                </a:lnTo>
                <a:lnTo>
                  <a:pt x="2966" y="3128"/>
                </a:lnTo>
                <a:lnTo>
                  <a:pt x="3092" y="3062"/>
                </a:lnTo>
                <a:lnTo>
                  <a:pt x="3218" y="2996"/>
                </a:lnTo>
                <a:lnTo>
                  <a:pt x="3342" y="2928"/>
                </a:lnTo>
                <a:lnTo>
                  <a:pt x="3464" y="2858"/>
                </a:lnTo>
                <a:lnTo>
                  <a:pt x="3586" y="2786"/>
                </a:lnTo>
                <a:lnTo>
                  <a:pt x="3708" y="2714"/>
                </a:lnTo>
                <a:lnTo>
                  <a:pt x="3828" y="2640"/>
                </a:lnTo>
                <a:lnTo>
                  <a:pt x="3828" y="2640"/>
                </a:lnTo>
                <a:lnTo>
                  <a:pt x="3974" y="2548"/>
                </a:lnTo>
                <a:lnTo>
                  <a:pt x="3974" y="2548"/>
                </a:lnTo>
                <a:lnTo>
                  <a:pt x="3980" y="2544"/>
                </a:lnTo>
                <a:lnTo>
                  <a:pt x="3984" y="2540"/>
                </a:lnTo>
                <a:lnTo>
                  <a:pt x="3986" y="2534"/>
                </a:lnTo>
                <a:lnTo>
                  <a:pt x="3986" y="2526"/>
                </a:lnTo>
                <a:lnTo>
                  <a:pt x="3986" y="2526"/>
                </a:lnTo>
                <a:close/>
              </a:path>
            </a:pathLst>
          </a:custGeom>
          <a:solidFill>
            <a:schemeClr val="accent5"/>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7" name="Title 1"/>
          <p:cNvSpPr>
            <a:spLocks noGrp="1"/>
          </p:cNvSpPr>
          <p:nvPr>
            <p:ph type="ctrTitle" hasCustomPrompt="1"/>
          </p:nvPr>
        </p:nvSpPr>
        <p:spPr>
          <a:xfrm>
            <a:off x="407988" y="2339788"/>
            <a:ext cx="4967932"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nSpc>
                <a:spcPts val="3000"/>
              </a:lnSpc>
              <a:defRPr lang="en-US" sz="2600" b="0" dirty="0">
                <a:solidFill>
                  <a:schemeClr val="accent1"/>
                </a:solidFill>
              </a:defRPr>
            </a:lvl1pPr>
          </a:lstStyle>
          <a:p>
            <a:pPr marL="0" lvl="0"/>
            <a:r>
              <a:rPr lang="en-US"/>
              <a:t>Click to insert title</a:t>
            </a:r>
          </a:p>
        </p:txBody>
      </p:sp>
      <p:sp>
        <p:nvSpPr>
          <p:cNvPr id="8" name="Subtitle 2"/>
          <p:cNvSpPr>
            <a:spLocks noGrp="1"/>
          </p:cNvSpPr>
          <p:nvPr>
            <p:ph type="subTitle" idx="1" hasCustomPrompt="1"/>
          </p:nvPr>
        </p:nvSpPr>
        <p:spPr>
          <a:xfrm>
            <a:off x="407988" y="3932559"/>
            <a:ext cx="4967932"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sp>
        <p:nvSpPr>
          <p:cNvPr id="16" name="Picture Placeholder 11">
            <a:extLst>
              <a:ext uri="{FF2B5EF4-FFF2-40B4-BE49-F238E27FC236}">
                <a16:creationId xmlns:a16="http://schemas.microsoft.com/office/drawing/2014/main" id="{D4E263B9-5E55-409E-9F7C-2F67A89E06AA}"/>
              </a:ext>
            </a:extLst>
          </p:cNvPr>
          <p:cNvSpPr>
            <a:spLocks noGrp="1"/>
          </p:cNvSpPr>
          <p:nvPr>
            <p:ph type="pic" sz="quarter" idx="10"/>
          </p:nvPr>
        </p:nvSpPr>
        <p:spPr>
          <a:xfrm>
            <a:off x="5537200" y="-1588"/>
            <a:ext cx="6654800" cy="6859588"/>
          </a:xfrm>
          <a:prstGeom prst="rect">
            <a:avLst/>
          </a:prstGeom>
        </p:spPr>
        <p:txBody>
          <a:bodyPr anchor="ctr"/>
          <a:lstStyle>
            <a:lvl1pPr marL="0" indent="0" algn="ctr">
              <a:buNone/>
              <a:defRPr/>
            </a:lvl1pPr>
          </a:lstStyle>
          <a:p>
            <a:r>
              <a:rPr lang="en-US" err="1"/>
              <a:t>Cliquez</a:t>
            </a:r>
            <a:r>
              <a:rPr lang="en-US"/>
              <a:t> sur </a:t>
            </a:r>
            <a:r>
              <a:rPr lang="en-US" err="1"/>
              <a:t>l'icône</a:t>
            </a:r>
            <a:r>
              <a:rPr lang="en-US"/>
              <a:t> pour </a:t>
            </a:r>
            <a:r>
              <a:rPr lang="en-US" err="1"/>
              <a:t>ajouter</a:t>
            </a:r>
            <a:r>
              <a:rPr lang="en-US"/>
              <a:t> </a:t>
            </a:r>
            <a:r>
              <a:rPr lang="en-US" err="1"/>
              <a:t>une</a:t>
            </a:r>
            <a:r>
              <a:rPr lang="en-US"/>
              <a:t> image</a:t>
            </a:r>
          </a:p>
        </p:txBody>
      </p:sp>
      <p:grpSp>
        <p:nvGrpSpPr>
          <p:cNvPr id="17" name="Group 14"/>
          <p:cNvGrpSpPr>
            <a:grpSpLocks noChangeAspect="1"/>
          </p:cNvGrpSpPr>
          <p:nvPr userDrawn="1"/>
        </p:nvGrpSpPr>
        <p:grpSpPr>
          <a:xfrm>
            <a:off x="407988" y="695702"/>
            <a:ext cx="5040000" cy="1123653"/>
            <a:chOff x="728663" y="4465638"/>
            <a:chExt cx="5354637" cy="1193800"/>
          </a:xfrm>
        </p:grpSpPr>
        <p:sp>
          <p:nvSpPr>
            <p:cNvPr id="18"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9"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0"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1"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2"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Tree>
    <p:extLst>
      <p:ext uri="{BB962C8B-B14F-4D97-AF65-F5344CB8AC3E}">
        <p14:creationId xmlns:p14="http://schemas.microsoft.com/office/powerpoint/2010/main" val="2053489804"/>
      </p:ext>
    </p:extLst>
  </p:cSld>
  <p:clrMapOvr>
    <a:masterClrMapping/>
  </p:clrMapOvr>
  <p:extLst>
    <p:ext uri="{DCECCB84-F9BA-43D5-87BE-67443E8EF086}">
      <p15:sldGuideLst xmlns:p15="http://schemas.microsoft.com/office/powerpoint/2012/main">
        <p15:guide id="1" pos="257">
          <p15:clr>
            <a:srgbClr val="FBAE40"/>
          </p15:clr>
        </p15:guide>
        <p15:guide id="2" orient="horz" pos="935">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1_Big Table">
    <p:spTree>
      <p:nvGrpSpPr>
        <p:cNvPr id="1" name=""/>
        <p:cNvGrpSpPr/>
        <p:nvPr/>
      </p:nvGrpSpPr>
      <p:grpSpPr>
        <a:xfrm>
          <a:off x="0" y="0"/>
          <a:ext cx="0" cy="0"/>
          <a:chOff x="0" y="0"/>
          <a:chExt cx="0" cy="0"/>
        </a:xfrm>
      </p:grpSpPr>
      <p:sp>
        <p:nvSpPr>
          <p:cNvPr id="6" name="Retângulo 43">
            <a:extLst>
              <a:ext uri="{FF2B5EF4-FFF2-40B4-BE49-F238E27FC236}">
                <a16:creationId xmlns:a16="http://schemas.microsoft.com/office/drawing/2014/main" id="{25FC8637-25BD-4C09-AF25-56B4243DAB3D}"/>
              </a:ext>
            </a:extLst>
          </p:cNvPr>
          <p:cNvSpPr/>
          <p:nvPr userDrawn="1"/>
        </p:nvSpPr>
        <p:spPr>
          <a:xfrm>
            <a:off x="6924021" y="6592810"/>
            <a:ext cx="242375" cy="215444"/>
          </a:xfrm>
          <a:prstGeom prst="rect">
            <a:avLst/>
          </a:prstGeom>
        </p:spPr>
        <p:txBody>
          <a:bodyPr wrap="none">
            <a:spAutoFit/>
          </a:bodyPr>
          <a:lstStyle/>
          <a:p>
            <a:pPr algn="r"/>
            <a:fld id="{0502E5A9-B53C-401E-A0E0-4A359BB0A9E5}" type="slidenum">
              <a:rPr lang="en-US" sz="800" smtClean="0">
                <a:solidFill>
                  <a:prstClr val="black">
                    <a:lumMod val="50000"/>
                    <a:lumOff val="50000"/>
                  </a:prstClr>
                </a:solidFill>
                <a:cs typeface="Arial" panose="020B0604020202020204" pitchFamily="34" charset="0"/>
              </a:rPr>
              <a:pPr algn="r"/>
              <a:t>‹#›</a:t>
            </a:fld>
            <a:endParaRPr lang="en-US" sz="800">
              <a:solidFill>
                <a:prstClr val="black">
                  <a:lumMod val="50000"/>
                  <a:lumOff val="50000"/>
                </a:prstClr>
              </a:solidFill>
              <a:cs typeface="Arial" panose="020B0604020202020204" pitchFamily="34" charset="0"/>
            </a:endParaRPr>
          </a:p>
        </p:txBody>
      </p:sp>
      <p:cxnSp>
        <p:nvCxnSpPr>
          <p:cNvPr id="7" name="Conector reto 49">
            <a:extLst>
              <a:ext uri="{FF2B5EF4-FFF2-40B4-BE49-F238E27FC236}">
                <a16:creationId xmlns:a16="http://schemas.microsoft.com/office/drawing/2014/main" id="{6B6D7F6B-C184-4C2B-8EB7-067E0C1E8DF2}"/>
              </a:ext>
            </a:extLst>
          </p:cNvPr>
          <p:cNvCxnSpPr>
            <a:cxnSpLocks/>
          </p:cNvCxnSpPr>
          <p:nvPr userDrawn="1"/>
        </p:nvCxnSpPr>
        <p:spPr>
          <a:xfrm flipV="1">
            <a:off x="3283674" y="6587911"/>
            <a:ext cx="0" cy="155576"/>
          </a:xfrm>
          <a:prstGeom prst="line">
            <a:avLst/>
          </a:prstGeom>
          <a:solidFill>
            <a:schemeClr val="tx1"/>
          </a:solidFill>
          <a:ln w="12700" cap="rnd">
            <a:solidFill>
              <a:schemeClr val="accent2"/>
            </a:solidFill>
            <a:round/>
          </a:ln>
        </p:spPr>
        <p:style>
          <a:lnRef idx="1">
            <a:schemeClr val="accent1"/>
          </a:lnRef>
          <a:fillRef idx="0">
            <a:schemeClr val="accent1"/>
          </a:fillRef>
          <a:effectRef idx="0">
            <a:schemeClr val="accent1"/>
          </a:effectRef>
          <a:fontRef idx="minor">
            <a:schemeClr val="tx1"/>
          </a:fontRef>
        </p:style>
      </p:cxnSp>
      <p:sp>
        <p:nvSpPr>
          <p:cNvPr id="8" name="Rectangle 27">
            <a:hlinkClick r:id="rId2"/>
            <a:extLst>
              <a:ext uri="{FF2B5EF4-FFF2-40B4-BE49-F238E27FC236}">
                <a16:creationId xmlns:a16="http://schemas.microsoft.com/office/drawing/2014/main" id="{F376ABD1-4930-42EB-9A73-9A9C7C6BF2D3}"/>
              </a:ext>
            </a:extLst>
          </p:cNvPr>
          <p:cNvSpPr/>
          <p:nvPr userDrawn="1"/>
        </p:nvSpPr>
        <p:spPr>
          <a:xfrm>
            <a:off x="407988" y="6555971"/>
            <a:ext cx="2829007" cy="219456"/>
          </a:xfrm>
          <a:prstGeom prst="rect">
            <a:avLst/>
          </a:prstGeom>
        </p:spPr>
        <p:txBody>
          <a:bodyPr wrap="square" lIns="0" tIns="0" rIns="0" bIns="0" anchor="ctr" anchorCtr="0">
            <a:noAutofit/>
          </a:bodyPr>
          <a:lstStyle/>
          <a:p>
            <a:pPr>
              <a:lnSpc>
                <a:spcPct val="85000"/>
              </a:lnSpc>
              <a:defRPr/>
            </a:pPr>
            <a:r>
              <a:rPr lang="en-US" sz="800" kern="0">
                <a:solidFill>
                  <a:srgbClr val="00458D"/>
                </a:solidFill>
                <a:cs typeface="Arial" panose="020B0604020202020204" pitchFamily="34" charset="0"/>
              </a:rPr>
              <a:t>Presentation Title | Author | Date</a:t>
            </a:r>
          </a:p>
        </p:txBody>
      </p:sp>
      <p:sp>
        <p:nvSpPr>
          <p:cNvPr id="9" name="Retângulo 43">
            <a:extLst>
              <a:ext uri="{FF2B5EF4-FFF2-40B4-BE49-F238E27FC236}">
                <a16:creationId xmlns:a16="http://schemas.microsoft.com/office/drawing/2014/main" id="{834ADCB4-BFB1-450D-8F6D-64217F4CD92C}"/>
              </a:ext>
            </a:extLst>
          </p:cNvPr>
          <p:cNvSpPr/>
          <p:nvPr userDrawn="1"/>
        </p:nvSpPr>
        <p:spPr>
          <a:xfrm>
            <a:off x="3411379" y="6555758"/>
            <a:ext cx="2223686" cy="219456"/>
          </a:xfrm>
          <a:prstGeom prst="rect">
            <a:avLst/>
          </a:prstGeom>
        </p:spPr>
        <p:txBody>
          <a:bodyPr wrap="none" lIns="0" tIns="0" rIns="0" bIns="0" anchor="ctr">
            <a:noAutofit/>
          </a:bodyPr>
          <a:lstStyle/>
          <a:p>
            <a:r>
              <a:rPr lang="en-US" sz="800">
                <a:solidFill>
                  <a:srgbClr val="E6E7E7">
                    <a:lumMod val="50000"/>
                  </a:srgbClr>
                </a:solidFill>
                <a:cs typeface="Arial" panose="020B0604020202020204" pitchFamily="34" charset="0"/>
              </a:rPr>
              <a:t>© 2017 Capgemini. All rights reserved.</a:t>
            </a:r>
          </a:p>
        </p:txBody>
      </p:sp>
      <p:sp>
        <p:nvSpPr>
          <p:cNvPr id="10" name="Title Placeholder 1">
            <a:extLst>
              <a:ext uri="{FF2B5EF4-FFF2-40B4-BE49-F238E27FC236}">
                <a16:creationId xmlns:a16="http://schemas.microsoft.com/office/drawing/2014/main" id="{552BBB0A-405D-419D-8BD5-EC8D9F84B795}"/>
              </a:ext>
            </a:extLst>
          </p:cNvPr>
          <p:cNvSpPr>
            <a:spLocks noGrp="1"/>
          </p:cNvSpPr>
          <p:nvPr>
            <p:ph type="title" hasCustomPrompt="1"/>
          </p:nvPr>
        </p:nvSpPr>
        <p:spPr>
          <a:xfrm>
            <a:off x="407988" y="404813"/>
            <a:ext cx="10944596" cy="863600"/>
          </a:xfrm>
          <a:prstGeom prst="rect">
            <a:avLst/>
          </a:prstGeom>
        </p:spPr>
        <p:txBody>
          <a:bodyPr vert="horz" lIns="0" tIns="0" rIns="0" bIns="0" rtlCol="0" anchor="t">
            <a:normAutofit/>
          </a:bodyPr>
          <a:lstStyle>
            <a:lvl1pPr>
              <a:defRPr lang="pt-PT" b="0" i="0" dirty="0">
                <a:latin typeface="+mn-lt"/>
              </a:defRPr>
            </a:lvl1pPr>
          </a:lstStyle>
          <a:p>
            <a:pPr lvl="0">
              <a:lnSpc>
                <a:spcPts val="3000"/>
              </a:lnSpc>
            </a:pPr>
            <a:r>
              <a:rPr lang="en-US"/>
              <a:t>Click to add title</a:t>
            </a:r>
            <a:endParaRPr lang="pt-PT"/>
          </a:p>
        </p:txBody>
      </p:sp>
      <p:pic>
        <p:nvPicPr>
          <p:cNvPr id="12" name="Graphic 4">
            <a:extLst>
              <a:ext uri="{FF2B5EF4-FFF2-40B4-BE49-F238E27FC236}">
                <a16:creationId xmlns:a16="http://schemas.microsoft.com/office/drawing/2014/main" id="{25EEA1D4-3AF7-42D7-AE97-AE404AECFAEB}"/>
              </a:ext>
            </a:extLst>
          </p:cNvPr>
          <p:cNvPicPr>
            <a:picLocks noChangeAspect="1"/>
          </p:cNvPicPr>
          <p:nvPr userDrawn="1"/>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t="-5676"/>
          <a:stretch/>
        </p:blipFill>
        <p:spPr>
          <a:xfrm>
            <a:off x="11635686" y="6398376"/>
            <a:ext cx="424356" cy="459624"/>
          </a:xfrm>
          <a:prstGeom prst="rect">
            <a:avLst/>
          </a:prstGeom>
        </p:spPr>
      </p:pic>
      <p:sp>
        <p:nvSpPr>
          <p:cNvPr id="14" name="Text Placeholder 2"/>
          <p:cNvSpPr>
            <a:spLocks noGrp="1"/>
          </p:cNvSpPr>
          <p:nvPr>
            <p:ph idx="1"/>
          </p:nvPr>
        </p:nvSpPr>
        <p:spPr>
          <a:xfrm>
            <a:off x="413067" y="1412875"/>
            <a:ext cx="11370945" cy="5040313"/>
          </a:xfrm>
          <a:prstGeom prst="rect">
            <a:avLst/>
          </a:prstGeom>
        </p:spPr>
        <p:txBody>
          <a:bodyPr vert="horz" lIns="0" tIns="0" rIns="0" bIns="0" rtlCol="0">
            <a:normAutofit/>
          </a:bodyPr>
          <a:lstStyle>
            <a:lvl1pPr>
              <a:defRPr lang="en-US" dirty="0">
                <a:latin typeface="+mn-lt"/>
                <a:ea typeface="+mn-ea"/>
                <a:cs typeface="+mn-cs"/>
              </a:defRPr>
            </a:lvl1pPr>
            <a:lvl2pPr>
              <a:defRPr lang="en-US" dirty="0">
                <a:latin typeface="+mn-lt"/>
                <a:ea typeface="+mn-ea"/>
                <a:cs typeface="+mn-cs"/>
              </a:defRPr>
            </a:lvl2pPr>
            <a:lvl3pPr>
              <a:defRPr lang="en-US" dirty="0">
                <a:latin typeface="+mn-lt"/>
                <a:ea typeface="+mn-ea"/>
                <a:cs typeface="+mn-cs"/>
              </a:defRPr>
            </a:lvl3pPr>
            <a:lvl4pPr>
              <a:defRPr lang="en-US" dirty="0">
                <a:latin typeface="+mn-lt"/>
                <a:ea typeface="+mn-ea"/>
                <a:cs typeface="+mn-cs"/>
              </a:defRPr>
            </a:lvl4pPr>
          </a:lstStyle>
          <a:p>
            <a:pPr lvl="0">
              <a:lnSpc>
                <a:spcPts val="2200"/>
              </a:lnSpc>
              <a:spcBef>
                <a:spcPts val="0"/>
              </a:spcBef>
              <a:spcAft>
                <a:spcPts val="600"/>
              </a:spcAft>
            </a:pPr>
            <a:r>
              <a:rPr lang="en-US"/>
              <a:t>Edit Master text styles</a:t>
            </a:r>
          </a:p>
          <a:p>
            <a:pPr marL="233363" lvl="1">
              <a:lnSpc>
                <a:spcPts val="2000"/>
              </a:lnSpc>
              <a:spcBef>
                <a:spcPts val="0"/>
              </a:spcBef>
              <a:spcAft>
                <a:spcPts val="600"/>
              </a:spcAft>
              <a:buClr>
                <a:schemeClr val="accent1"/>
              </a:buClr>
              <a:buFont typeface="Wingdings" panose="05000000000000000000" pitchFamily="2" charset="2"/>
              <a:buChar char="§"/>
            </a:pPr>
            <a:r>
              <a:rPr lang="en-US"/>
              <a:t>Second level</a:t>
            </a:r>
          </a:p>
          <a:p>
            <a:pPr marL="457200" lvl="2" indent="-223838">
              <a:lnSpc>
                <a:spcPts val="1600"/>
              </a:lnSpc>
              <a:spcBef>
                <a:spcPts val="0"/>
              </a:spcBef>
              <a:spcAft>
                <a:spcPts val="600"/>
              </a:spcAft>
              <a:buClr>
                <a:schemeClr val="accent1"/>
              </a:buClr>
            </a:pPr>
            <a:r>
              <a:rPr lang="en-US"/>
              <a:t>Third level</a:t>
            </a:r>
          </a:p>
          <a:p>
            <a:pPr marL="690563" lvl="3" indent="-233363">
              <a:spcBef>
                <a:spcPts val="0"/>
              </a:spcBef>
              <a:spcAft>
                <a:spcPts val="600"/>
              </a:spcAft>
              <a:buClr>
                <a:schemeClr val="accent1"/>
              </a:buClr>
              <a:buChar char="‒"/>
            </a:pPr>
            <a:r>
              <a:rPr lang="en-US"/>
              <a:t>Fourth level</a:t>
            </a:r>
          </a:p>
        </p:txBody>
      </p:sp>
    </p:spTree>
    <p:extLst>
      <p:ext uri="{BB962C8B-B14F-4D97-AF65-F5344CB8AC3E}">
        <p14:creationId xmlns:p14="http://schemas.microsoft.com/office/powerpoint/2010/main" val="99486125"/>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graphicFrame>
        <p:nvGraphicFramePr>
          <p:cNvPr id="5" name="Object 4"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5" name="Object 4"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1"/>
          <p:cNvSpPr>
            <a:spLocks noGrp="1"/>
          </p:cNvSpPr>
          <p:nvPr>
            <p:ph type="title"/>
          </p:nvPr>
        </p:nvSpPr>
        <p:spPr/>
        <p:txBody>
          <a:bodyPr/>
          <a:lstStyle/>
          <a:p>
            <a:r>
              <a:rPr lang="en-US" err="1"/>
              <a:t>Modifiez</a:t>
            </a:r>
            <a:r>
              <a:rPr lang="en-US"/>
              <a:t> le style du </a:t>
            </a:r>
            <a:r>
              <a:rPr lang="en-US" err="1"/>
              <a:t>titre</a:t>
            </a:r>
            <a:endParaRPr lang="en-US"/>
          </a:p>
        </p:txBody>
      </p:sp>
    </p:spTree>
    <p:extLst>
      <p:ext uri="{BB962C8B-B14F-4D97-AF65-F5344CB8AC3E}">
        <p14:creationId xmlns:p14="http://schemas.microsoft.com/office/powerpoint/2010/main" val="302943712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1_Two columns">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7CE2609-37DA-4C4C-BF45-E56CE85AA41D}"/>
              </a:ext>
            </a:extLst>
          </p:cNvPr>
          <p:cNvSpPr>
            <a:spLocks noGrp="1"/>
          </p:cNvSpPr>
          <p:nvPr>
            <p:ph type="body" sz="quarter" idx="10" hasCustomPrompt="1"/>
          </p:nvPr>
        </p:nvSpPr>
        <p:spPr>
          <a:xfrm>
            <a:off x="407987" y="2010606"/>
            <a:ext cx="5543551" cy="4442581"/>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1" name="Text Placeholder 7">
            <a:extLst>
              <a:ext uri="{FF2B5EF4-FFF2-40B4-BE49-F238E27FC236}">
                <a16:creationId xmlns:a16="http://schemas.microsoft.com/office/drawing/2014/main" id="{4F279807-494A-45DD-A5C6-24F625316B92}"/>
              </a:ext>
            </a:extLst>
          </p:cNvPr>
          <p:cNvSpPr>
            <a:spLocks noGrp="1"/>
          </p:cNvSpPr>
          <p:nvPr>
            <p:ph type="body" sz="quarter" idx="11" hasCustomPrompt="1"/>
          </p:nvPr>
        </p:nvSpPr>
        <p:spPr>
          <a:xfrm>
            <a:off x="6240465" y="2010606"/>
            <a:ext cx="5516444" cy="4441372"/>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3"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407987" y="1420990"/>
            <a:ext cx="5543551"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14" name="Text Placeholder 7">
            <a:extLst>
              <a:ext uri="{FF2B5EF4-FFF2-40B4-BE49-F238E27FC236}">
                <a16:creationId xmlns:a16="http://schemas.microsoft.com/office/drawing/2014/main" id="{47BDC0DA-1585-454D-9E74-41D2AFC0FEE5}"/>
              </a:ext>
            </a:extLst>
          </p:cNvPr>
          <p:cNvSpPr>
            <a:spLocks noGrp="1"/>
          </p:cNvSpPr>
          <p:nvPr>
            <p:ph type="body" sz="quarter" idx="13" hasCustomPrompt="1"/>
          </p:nvPr>
        </p:nvSpPr>
        <p:spPr>
          <a:xfrm>
            <a:off x="6240465" y="1420990"/>
            <a:ext cx="5516444"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9" name="Title Placeholder 1">
            <a:extLst>
              <a:ext uri="{FF2B5EF4-FFF2-40B4-BE49-F238E27FC236}">
                <a16:creationId xmlns:a16="http://schemas.microsoft.com/office/drawing/2014/main" id="{6733E381-C11A-4F10-88ED-DDEA4B9167E2}"/>
              </a:ext>
            </a:extLst>
          </p:cNvPr>
          <p:cNvSpPr>
            <a:spLocks noGrp="1"/>
          </p:cNvSpPr>
          <p:nvPr>
            <p:ph type="title" hasCustomPrompt="1"/>
          </p:nvPr>
        </p:nvSpPr>
        <p:spPr>
          <a:xfrm>
            <a:off x="407988" y="404813"/>
            <a:ext cx="10944596" cy="865054"/>
          </a:xfrm>
          <a:prstGeom prst="rect">
            <a:avLst/>
          </a:prstGeom>
        </p:spPr>
        <p:txBody>
          <a:bodyPr vert="horz" lIns="0" tIns="0" rIns="0" bIns="0" rtlCol="0" anchor="t">
            <a:normAutofit/>
          </a:bodyPr>
          <a:lstStyle>
            <a:lvl1pPr>
              <a:defRPr lang="pt-PT" dirty="0">
                <a:solidFill>
                  <a:schemeClr val="tx2"/>
                </a:solidFill>
              </a:defRPr>
            </a:lvl1pPr>
          </a:lstStyle>
          <a:p>
            <a:pPr lvl="0">
              <a:lnSpc>
                <a:spcPts val="3000"/>
              </a:lnSpc>
            </a:pPr>
            <a:r>
              <a:rPr lang="en-US"/>
              <a:t>Click to insert title</a:t>
            </a:r>
            <a:endParaRPr lang="pt-PT"/>
          </a:p>
        </p:txBody>
      </p:sp>
      <p:sp>
        <p:nvSpPr>
          <p:cNvPr id="16" name="Retângulo 43">
            <a:extLst>
              <a:ext uri="{FF2B5EF4-FFF2-40B4-BE49-F238E27FC236}">
                <a16:creationId xmlns:a16="http://schemas.microsoft.com/office/drawing/2014/main" id="{25FC8637-25BD-4C09-AF25-56B4243DAB3D}"/>
              </a:ext>
            </a:extLst>
          </p:cNvPr>
          <p:cNvSpPr/>
          <p:nvPr userDrawn="1"/>
        </p:nvSpPr>
        <p:spPr>
          <a:xfrm>
            <a:off x="11784013" y="6555758"/>
            <a:ext cx="242375" cy="215444"/>
          </a:xfrm>
          <a:prstGeom prst="rect">
            <a:avLst/>
          </a:prstGeom>
        </p:spPr>
        <p:txBody>
          <a:bodyPr wrap="none">
            <a:spAutoFit/>
          </a:bodyPr>
          <a:lstStyle/>
          <a:p>
            <a:pPr algn="r"/>
            <a:fld id="{0502E5A9-B53C-401E-A0E0-4A359BB0A9E5}" type="slidenum">
              <a:rPr lang="en-US" sz="800" smtClean="0">
                <a:solidFill>
                  <a:prstClr val="black">
                    <a:lumMod val="50000"/>
                    <a:lumOff val="50000"/>
                  </a:prstClr>
                </a:solidFill>
                <a:cs typeface="Arial" panose="020B0604020202020204" pitchFamily="34" charset="0"/>
              </a:rPr>
              <a:t>‹#›</a:t>
            </a:fld>
            <a:endParaRPr lang="en-US" sz="800">
              <a:solidFill>
                <a:prstClr val="black">
                  <a:lumMod val="50000"/>
                  <a:lumOff val="50000"/>
                </a:prstClr>
              </a:solidFill>
              <a:cs typeface="Arial" panose="020B0604020202020204" pitchFamily="34" charset="0"/>
            </a:endParaRPr>
          </a:p>
        </p:txBody>
      </p:sp>
      <p:cxnSp>
        <p:nvCxnSpPr>
          <p:cNvPr id="20" name="Conector reto 49">
            <a:extLst>
              <a:ext uri="{FF2B5EF4-FFF2-40B4-BE49-F238E27FC236}">
                <a16:creationId xmlns:a16="http://schemas.microsoft.com/office/drawing/2014/main" id="{6B6D7F6B-C184-4C2B-8EB7-067E0C1E8DF2}"/>
              </a:ext>
            </a:extLst>
          </p:cNvPr>
          <p:cNvCxnSpPr>
            <a:cxnSpLocks/>
          </p:cNvCxnSpPr>
          <p:nvPr userDrawn="1"/>
        </p:nvCxnSpPr>
        <p:spPr>
          <a:xfrm flipV="1">
            <a:off x="3283674" y="6587911"/>
            <a:ext cx="0" cy="155576"/>
          </a:xfrm>
          <a:prstGeom prst="line">
            <a:avLst/>
          </a:prstGeom>
          <a:solidFill>
            <a:schemeClr val="tx1"/>
          </a:solidFill>
          <a:ln w="12700" cap="rnd">
            <a:solidFill>
              <a:schemeClr val="accent2"/>
            </a:solidFill>
            <a:round/>
          </a:ln>
        </p:spPr>
        <p:style>
          <a:lnRef idx="1">
            <a:schemeClr val="accent1"/>
          </a:lnRef>
          <a:fillRef idx="0">
            <a:schemeClr val="accent1"/>
          </a:fillRef>
          <a:effectRef idx="0">
            <a:schemeClr val="accent1"/>
          </a:effectRef>
          <a:fontRef idx="minor">
            <a:schemeClr val="tx1"/>
          </a:fontRef>
        </p:style>
      </p:cxnSp>
      <p:sp>
        <p:nvSpPr>
          <p:cNvPr id="21" name="Rectangle 27">
            <a:hlinkClick r:id="rId2"/>
            <a:extLst>
              <a:ext uri="{FF2B5EF4-FFF2-40B4-BE49-F238E27FC236}">
                <a16:creationId xmlns:a16="http://schemas.microsoft.com/office/drawing/2014/main" id="{F376ABD1-4930-42EB-9A73-9A9C7C6BF2D3}"/>
              </a:ext>
            </a:extLst>
          </p:cNvPr>
          <p:cNvSpPr/>
          <p:nvPr userDrawn="1"/>
        </p:nvSpPr>
        <p:spPr>
          <a:xfrm>
            <a:off x="407988" y="6555971"/>
            <a:ext cx="2829007" cy="219456"/>
          </a:xfrm>
          <a:prstGeom prst="rect">
            <a:avLst/>
          </a:prstGeom>
        </p:spPr>
        <p:txBody>
          <a:bodyPr wrap="square" lIns="0" tIns="0" rIns="0" bIns="0" anchor="ctr" anchorCtr="0">
            <a:noAutofit/>
          </a:bodyPr>
          <a:lstStyle/>
          <a:p>
            <a:pPr lvl="0" algn="l" defTabSz="914400">
              <a:lnSpc>
                <a:spcPct val="85000"/>
              </a:lnSpc>
              <a:defRPr/>
            </a:pPr>
            <a:r>
              <a:rPr lang="en-US" sz="800" kern="0">
                <a:solidFill>
                  <a:srgbClr val="00458D"/>
                </a:solidFill>
                <a:latin typeface="+mj-lt"/>
                <a:cs typeface="Arial" panose="020B0604020202020204" pitchFamily="34" charset="0"/>
              </a:rPr>
              <a:t>Presentation Title | Author | Date</a:t>
            </a:r>
          </a:p>
        </p:txBody>
      </p:sp>
      <p:sp>
        <p:nvSpPr>
          <p:cNvPr id="22" name="Retângulo 43">
            <a:extLst>
              <a:ext uri="{FF2B5EF4-FFF2-40B4-BE49-F238E27FC236}">
                <a16:creationId xmlns:a16="http://schemas.microsoft.com/office/drawing/2014/main" id="{834ADCB4-BFB1-450D-8F6D-64217F4CD92C}"/>
              </a:ext>
            </a:extLst>
          </p:cNvPr>
          <p:cNvSpPr/>
          <p:nvPr userDrawn="1"/>
        </p:nvSpPr>
        <p:spPr>
          <a:xfrm>
            <a:off x="3411379" y="6555758"/>
            <a:ext cx="2223686" cy="219456"/>
          </a:xfrm>
          <a:prstGeom prst="rect">
            <a:avLst/>
          </a:prstGeom>
        </p:spPr>
        <p:txBody>
          <a:bodyPr wrap="none" lIns="0" tIns="0" rIns="0" bIns="0" anchor="ctr">
            <a:noAutofit/>
          </a:bodyPr>
          <a:lstStyle/>
          <a:p>
            <a:pPr algn="l"/>
            <a:r>
              <a:rPr lang="en-US" sz="800">
                <a:solidFill>
                  <a:schemeClr val="bg2">
                    <a:lumMod val="50000"/>
                  </a:schemeClr>
                </a:solidFill>
                <a:cs typeface="Arial" panose="020B0604020202020204" pitchFamily="34" charset="0"/>
              </a:rPr>
              <a:t>© 2017 Capgemini. All rights reserved.</a:t>
            </a:r>
          </a:p>
        </p:txBody>
      </p:sp>
    </p:spTree>
    <p:extLst>
      <p:ext uri="{BB962C8B-B14F-4D97-AF65-F5344CB8AC3E}">
        <p14:creationId xmlns:p14="http://schemas.microsoft.com/office/powerpoint/2010/main" val="158698526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Closing1">
    <p:spTree>
      <p:nvGrpSpPr>
        <p:cNvPr id="1" name=""/>
        <p:cNvGrpSpPr/>
        <p:nvPr/>
      </p:nvGrpSpPr>
      <p:grpSpPr>
        <a:xfrm>
          <a:off x="0" y="0"/>
          <a:ext cx="0" cy="0"/>
          <a:chOff x="0" y="0"/>
          <a:chExt cx="0" cy="0"/>
        </a:xfrm>
      </p:grpSpPr>
      <p:sp>
        <p:nvSpPr>
          <p:cNvPr id="7" name="Rectangle 6"/>
          <p:cNvSpPr/>
          <p:nvPr userDrawn="1"/>
        </p:nvSpPr>
        <p:spPr>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5"/>
          <p:cNvSpPr>
            <a:spLocks/>
          </p:cNvSpPr>
          <p:nvPr userDrawn="1"/>
        </p:nvSpPr>
        <p:spPr bwMode="auto">
          <a:xfrm>
            <a:off x="-1243012" y="-2656920"/>
            <a:ext cx="10768012" cy="11443496"/>
          </a:xfrm>
          <a:custGeom>
            <a:avLst/>
            <a:gdLst>
              <a:gd name="T0" fmla="*/ 854 w 3407"/>
              <a:gd name="T1" fmla="*/ 0 h 3621"/>
              <a:gd name="T2" fmla="*/ 0 w 3407"/>
              <a:gd name="T3" fmla="*/ 0 h 3621"/>
              <a:gd name="T4" fmla="*/ 0 w 3407"/>
              <a:gd name="T5" fmla="*/ 3621 h 3621"/>
              <a:gd name="T6" fmla="*/ 3407 w 3407"/>
              <a:gd name="T7" fmla="*/ 3621 h 3621"/>
              <a:gd name="T8" fmla="*/ 3407 w 3407"/>
              <a:gd name="T9" fmla="*/ 3617 h 3621"/>
              <a:gd name="T10" fmla="*/ 179 w 3407"/>
              <a:gd name="T11" fmla="*/ 3617 h 3621"/>
              <a:gd name="T12" fmla="*/ 2096 w 3407"/>
              <a:gd name="T13" fmla="*/ 1606 h 3621"/>
              <a:gd name="T14" fmla="*/ 854 w 3407"/>
              <a:gd name="T15" fmla="*/ 0 h 362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07" h="3621">
                <a:moveTo>
                  <a:pt x="854" y="0"/>
                </a:moveTo>
                <a:cubicBezTo>
                  <a:pt x="0" y="0"/>
                  <a:pt x="0" y="0"/>
                  <a:pt x="0" y="0"/>
                </a:cubicBezTo>
                <a:cubicBezTo>
                  <a:pt x="0" y="3621"/>
                  <a:pt x="0" y="3621"/>
                  <a:pt x="0" y="3621"/>
                </a:cubicBezTo>
                <a:cubicBezTo>
                  <a:pt x="3407" y="3621"/>
                  <a:pt x="3407" y="3621"/>
                  <a:pt x="3407" y="3621"/>
                </a:cubicBezTo>
                <a:cubicBezTo>
                  <a:pt x="3407" y="3617"/>
                  <a:pt x="3407" y="3617"/>
                  <a:pt x="3407" y="3617"/>
                </a:cubicBezTo>
                <a:cubicBezTo>
                  <a:pt x="179" y="3617"/>
                  <a:pt x="179" y="3617"/>
                  <a:pt x="179" y="3617"/>
                </a:cubicBezTo>
                <a:cubicBezTo>
                  <a:pt x="2551" y="2996"/>
                  <a:pt x="2421" y="1729"/>
                  <a:pt x="2096" y="1606"/>
                </a:cubicBezTo>
                <a:cubicBezTo>
                  <a:pt x="2281" y="2130"/>
                  <a:pt x="865" y="1627"/>
                  <a:pt x="854" y="0"/>
                </a:cubicBezTo>
              </a:path>
            </a:pathLst>
          </a:custGeom>
          <a:solidFill>
            <a:srgbClr val="300B4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nvGrpSpPr>
          <p:cNvPr id="9" name="Group 8"/>
          <p:cNvGrpSpPr/>
          <p:nvPr userDrawn="1"/>
        </p:nvGrpSpPr>
        <p:grpSpPr>
          <a:xfrm>
            <a:off x="4979035" y="2404110"/>
            <a:ext cx="735013" cy="682321"/>
            <a:chOff x="5662614" y="3032124"/>
            <a:chExt cx="863600" cy="801689"/>
          </a:xfrm>
        </p:grpSpPr>
        <p:sp>
          <p:nvSpPr>
            <p:cNvPr id="10" name="Freeform 9"/>
            <p:cNvSpPr>
              <a:spLocks/>
            </p:cNvSpPr>
            <p:nvPr/>
          </p:nvSpPr>
          <p:spPr bwMode="auto">
            <a:xfrm>
              <a:off x="5959476" y="3368675"/>
              <a:ext cx="566738" cy="465138"/>
            </a:xfrm>
            <a:custGeom>
              <a:avLst/>
              <a:gdLst>
                <a:gd name="T0" fmla="*/ 99 w 149"/>
                <a:gd name="T1" fmla="*/ 85 h 122"/>
                <a:gd name="T2" fmla="*/ 149 w 149"/>
                <a:gd name="T3" fmla="*/ 34 h 122"/>
                <a:gd name="T4" fmla="*/ 112 w 149"/>
                <a:gd name="T5" fmla="*/ 0 h 122"/>
                <a:gd name="T6" fmla="*/ 39 w 149"/>
                <a:gd name="T7" fmla="*/ 78 h 122"/>
                <a:gd name="T8" fmla="*/ 0 w 149"/>
                <a:gd name="T9" fmla="*/ 114 h 122"/>
                <a:gd name="T10" fmla="*/ 29 w 149"/>
                <a:gd name="T11" fmla="*/ 122 h 122"/>
                <a:gd name="T12" fmla="*/ 99 w 149"/>
                <a:gd name="T13" fmla="*/ 99 h 122"/>
                <a:gd name="T14" fmla="*/ 64 w 149"/>
                <a:gd name="T15" fmla="*/ 68 h 122"/>
                <a:gd name="T16" fmla="*/ 99 w 149"/>
                <a:gd name="T17" fmla="*/ 85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9" h="122">
                  <a:moveTo>
                    <a:pt x="99" y="85"/>
                  </a:moveTo>
                  <a:cubicBezTo>
                    <a:pt x="127" y="85"/>
                    <a:pt x="149" y="62"/>
                    <a:pt x="149" y="34"/>
                  </a:cubicBezTo>
                  <a:cubicBezTo>
                    <a:pt x="147" y="22"/>
                    <a:pt x="143" y="0"/>
                    <a:pt x="112" y="0"/>
                  </a:cubicBezTo>
                  <a:cubicBezTo>
                    <a:pt x="78" y="0"/>
                    <a:pt x="67" y="48"/>
                    <a:pt x="39" y="78"/>
                  </a:cubicBezTo>
                  <a:cubicBezTo>
                    <a:pt x="37" y="96"/>
                    <a:pt x="20" y="111"/>
                    <a:pt x="0" y="114"/>
                  </a:cubicBezTo>
                  <a:cubicBezTo>
                    <a:pt x="5" y="119"/>
                    <a:pt x="16" y="122"/>
                    <a:pt x="29" y="122"/>
                  </a:cubicBezTo>
                  <a:cubicBezTo>
                    <a:pt x="54" y="122"/>
                    <a:pt x="84" y="115"/>
                    <a:pt x="99" y="99"/>
                  </a:cubicBezTo>
                  <a:cubicBezTo>
                    <a:pt x="78" y="100"/>
                    <a:pt x="65" y="86"/>
                    <a:pt x="64" y="68"/>
                  </a:cubicBezTo>
                  <a:cubicBezTo>
                    <a:pt x="74" y="80"/>
                    <a:pt x="85" y="85"/>
                    <a:pt x="99" y="85"/>
                  </a:cubicBezTo>
                </a:path>
              </a:pathLst>
            </a:custGeom>
            <a:solidFill>
              <a:srgbClr val="00B0D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 name="Freeform 12"/>
            <p:cNvSpPr>
              <a:spLocks/>
            </p:cNvSpPr>
            <p:nvPr/>
          </p:nvSpPr>
          <p:spPr bwMode="auto">
            <a:xfrm>
              <a:off x="5662614" y="3032124"/>
              <a:ext cx="863600" cy="736599"/>
            </a:xfrm>
            <a:custGeom>
              <a:avLst/>
              <a:gdLst>
                <a:gd name="T0" fmla="*/ 227 w 227"/>
                <a:gd name="T1" fmla="*/ 120 h 193"/>
                <a:gd name="T2" fmla="*/ 188 w 227"/>
                <a:gd name="T3" fmla="*/ 40 h 193"/>
                <a:gd name="T4" fmla="*/ 127 w 227"/>
                <a:gd name="T5" fmla="*/ 3 h 193"/>
                <a:gd name="T6" fmla="*/ 122 w 227"/>
                <a:gd name="T7" fmla="*/ 0 h 193"/>
                <a:gd name="T8" fmla="*/ 122 w 227"/>
                <a:gd name="T9" fmla="*/ 0 h 193"/>
                <a:gd name="T10" fmla="*/ 0 w 227"/>
                <a:gd name="T11" fmla="*/ 125 h 193"/>
                <a:gd name="T12" fmla="*/ 42 w 227"/>
                <a:gd name="T13" fmla="*/ 187 h 193"/>
                <a:gd name="T14" fmla="*/ 85 w 227"/>
                <a:gd name="T15" fmla="*/ 188 h 193"/>
                <a:gd name="T16" fmla="*/ 117 w 227"/>
                <a:gd name="T17" fmla="*/ 166 h 193"/>
                <a:gd name="T18" fmla="*/ 190 w 227"/>
                <a:gd name="T19" fmla="*/ 88 h 193"/>
                <a:gd name="T20" fmla="*/ 227 w 227"/>
                <a:gd name="T21" fmla="*/ 122 h 193"/>
                <a:gd name="T22" fmla="*/ 227 w 227"/>
                <a:gd name="T23" fmla="*/ 12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27" h="193">
                  <a:moveTo>
                    <a:pt x="227" y="120"/>
                  </a:moveTo>
                  <a:cubicBezTo>
                    <a:pt x="226" y="89"/>
                    <a:pt x="211" y="62"/>
                    <a:pt x="188" y="40"/>
                  </a:cubicBezTo>
                  <a:cubicBezTo>
                    <a:pt x="170" y="24"/>
                    <a:pt x="149" y="12"/>
                    <a:pt x="127" y="3"/>
                  </a:cubicBezTo>
                  <a:cubicBezTo>
                    <a:pt x="125" y="2"/>
                    <a:pt x="123" y="1"/>
                    <a:pt x="122" y="0"/>
                  </a:cubicBezTo>
                  <a:cubicBezTo>
                    <a:pt x="122" y="0"/>
                    <a:pt x="122" y="0"/>
                    <a:pt x="122" y="0"/>
                  </a:cubicBezTo>
                  <a:cubicBezTo>
                    <a:pt x="94" y="33"/>
                    <a:pt x="0" y="57"/>
                    <a:pt x="0" y="125"/>
                  </a:cubicBezTo>
                  <a:cubicBezTo>
                    <a:pt x="0" y="152"/>
                    <a:pt x="17" y="177"/>
                    <a:pt x="42" y="187"/>
                  </a:cubicBezTo>
                  <a:cubicBezTo>
                    <a:pt x="56" y="193"/>
                    <a:pt x="71" y="193"/>
                    <a:pt x="85" y="188"/>
                  </a:cubicBezTo>
                  <a:cubicBezTo>
                    <a:pt x="98" y="184"/>
                    <a:pt x="108" y="176"/>
                    <a:pt x="117" y="166"/>
                  </a:cubicBezTo>
                  <a:cubicBezTo>
                    <a:pt x="145" y="136"/>
                    <a:pt x="156" y="88"/>
                    <a:pt x="190" y="88"/>
                  </a:cubicBezTo>
                  <a:cubicBezTo>
                    <a:pt x="221" y="88"/>
                    <a:pt x="225" y="110"/>
                    <a:pt x="227" y="122"/>
                  </a:cubicBezTo>
                  <a:cubicBezTo>
                    <a:pt x="227" y="122"/>
                    <a:pt x="227" y="121"/>
                    <a:pt x="227" y="120"/>
                  </a:cubicBezTo>
                </a:path>
              </a:pathLst>
            </a:custGeom>
            <a:solidFill>
              <a:srgbClr val="0075B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14" name="Rectangle 13"/>
          <p:cNvSpPr/>
          <p:nvPr userDrawn="1"/>
        </p:nvSpPr>
        <p:spPr>
          <a:xfrm>
            <a:off x="6536184" y="2886346"/>
            <a:ext cx="5125720" cy="7703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just">
              <a:lnSpc>
                <a:spcPts val="1200"/>
              </a:lnSpc>
            </a:pPr>
            <a:r>
              <a:rPr lang="en-US" sz="900">
                <a:solidFill>
                  <a:schemeClr val="tx1"/>
                </a:solidFill>
              </a:rPr>
              <a:t>With more than 190,000 people, Capgemini is present in over 40 countries and celebrates its 50th Anniversary year in 2017. A global leader in consulting, technology and outsourcing services, the Group reported 2016 global revenues of EUR 12.5 billion. Together with its clients, Capgemini creates and delivers business, technology and digital solutions that fit their needs, enabling them to achieve innovation and competitiveness. A deeply multicultural organization, Capgemini has developed its own way of working, </a:t>
            </a:r>
            <a:r>
              <a:rPr lang="en-US" sz="900">
                <a:solidFill>
                  <a:schemeClr val="accent1"/>
                </a:solidFill>
              </a:rPr>
              <a:t>the Collaborative Business Experience™</a:t>
            </a:r>
            <a:r>
              <a:rPr lang="en-US" sz="900">
                <a:solidFill>
                  <a:schemeClr val="tx1"/>
                </a:solidFill>
              </a:rPr>
              <a:t>, and draws on </a:t>
            </a:r>
            <a:r>
              <a:rPr lang="en-US" sz="900">
                <a:solidFill>
                  <a:schemeClr val="accent1"/>
                </a:solidFill>
              </a:rPr>
              <a:t>Rightshore</a:t>
            </a:r>
            <a:r>
              <a:rPr lang="en-US" sz="900" baseline="30000">
                <a:solidFill>
                  <a:schemeClr val="accent1"/>
                </a:solidFill>
              </a:rPr>
              <a:t>®</a:t>
            </a:r>
            <a:r>
              <a:rPr lang="en-US" sz="900">
                <a:solidFill>
                  <a:schemeClr val="tx1"/>
                </a:solidFill>
              </a:rPr>
              <a:t>, its worldwide delivery model.</a:t>
            </a:r>
          </a:p>
        </p:txBody>
      </p:sp>
      <p:sp>
        <p:nvSpPr>
          <p:cNvPr id="15" name="Rectangle 14"/>
          <p:cNvSpPr/>
          <p:nvPr userDrawn="1"/>
        </p:nvSpPr>
        <p:spPr>
          <a:xfrm>
            <a:off x="6536184" y="2507082"/>
            <a:ext cx="2219960" cy="22961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bodyPr>
          <a:lstStyle/>
          <a:p>
            <a:pPr>
              <a:lnSpc>
                <a:spcPts val="2000"/>
              </a:lnSpc>
            </a:pPr>
            <a:r>
              <a:rPr lang="en-US" sz="1400">
                <a:solidFill>
                  <a:schemeClr val="accent1"/>
                </a:solidFill>
              </a:rPr>
              <a:t>About Capgemini</a:t>
            </a:r>
          </a:p>
        </p:txBody>
      </p:sp>
      <p:sp>
        <p:nvSpPr>
          <p:cNvPr id="16" name="Rectangle 15"/>
          <p:cNvSpPr/>
          <p:nvPr userDrawn="1"/>
        </p:nvSpPr>
        <p:spPr>
          <a:xfrm>
            <a:off x="6536184" y="4235826"/>
            <a:ext cx="2057400" cy="4072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just">
              <a:lnSpc>
                <a:spcPts val="1200"/>
              </a:lnSpc>
              <a:spcAft>
                <a:spcPts val="600"/>
              </a:spcAft>
            </a:pPr>
            <a:r>
              <a:rPr lang="en-US" sz="900">
                <a:solidFill>
                  <a:schemeClr val="tx1"/>
                </a:solidFill>
              </a:rPr>
              <a:t>Learn more about us at</a:t>
            </a:r>
          </a:p>
          <a:p>
            <a:pPr algn="just">
              <a:lnSpc>
                <a:spcPts val="1200"/>
              </a:lnSpc>
            </a:pPr>
            <a:r>
              <a:rPr lang="en-US" sz="1400">
                <a:solidFill>
                  <a:schemeClr val="accent2"/>
                </a:solidFill>
              </a:rPr>
              <a:t>www.capgemini.com</a:t>
            </a:r>
          </a:p>
        </p:txBody>
      </p:sp>
      <p:pic>
        <p:nvPicPr>
          <p:cNvPr id="17" name="Picture 2" descr="D:\My Work\Template\Icons\Social Media\LinkedIN.png">
            <a:hlinkClick r:id="rId2"/>
          </p:cNvPr>
          <p:cNvPicPr>
            <a:picLocks noChangeAspect="1" noChangeArrowheads="1"/>
          </p:cNvPicPr>
          <p:nvPr userDrawn="1"/>
        </p:nvPicPr>
        <p:blipFill>
          <a:blip r:embed="rId3" cstate="print"/>
          <a:srcRect/>
          <a:stretch>
            <a:fillRect/>
          </a:stretch>
        </p:blipFill>
        <p:spPr bwMode="auto">
          <a:xfrm>
            <a:off x="798415" y="3979258"/>
            <a:ext cx="333195" cy="333195"/>
          </a:xfrm>
          <a:prstGeom prst="rect">
            <a:avLst/>
          </a:prstGeom>
          <a:noFill/>
        </p:spPr>
      </p:pic>
      <p:pic>
        <p:nvPicPr>
          <p:cNvPr id="18" name="Picture 4" descr="D:\My Work\Template\Icons\Social Media\SlideShare.png">
            <a:hlinkClick r:id="rId4"/>
          </p:cNvPr>
          <p:cNvPicPr>
            <a:picLocks noChangeAspect="1" noChangeArrowheads="1"/>
          </p:cNvPicPr>
          <p:nvPr userDrawn="1"/>
        </p:nvPicPr>
        <p:blipFill>
          <a:blip r:embed="rId5" cstate="print"/>
          <a:srcRect/>
          <a:stretch>
            <a:fillRect/>
          </a:stretch>
        </p:blipFill>
        <p:spPr bwMode="auto">
          <a:xfrm>
            <a:off x="1181792" y="3979258"/>
            <a:ext cx="333195" cy="333195"/>
          </a:xfrm>
          <a:prstGeom prst="rect">
            <a:avLst/>
          </a:prstGeom>
          <a:noFill/>
        </p:spPr>
      </p:pic>
      <p:pic>
        <p:nvPicPr>
          <p:cNvPr id="19" name="Picture 5" descr="D:\My Work\Template\Icons\Social Media\Twitter.png">
            <a:hlinkClick r:id="rId6"/>
          </p:cNvPr>
          <p:cNvPicPr>
            <a:picLocks noChangeAspect="1" noChangeArrowheads="1"/>
          </p:cNvPicPr>
          <p:nvPr userDrawn="1"/>
        </p:nvPicPr>
        <p:blipFill>
          <a:blip r:embed="rId7" cstate="print"/>
          <a:srcRect/>
          <a:stretch>
            <a:fillRect/>
          </a:stretch>
        </p:blipFill>
        <p:spPr bwMode="auto">
          <a:xfrm>
            <a:off x="1565169" y="3979258"/>
            <a:ext cx="333195" cy="333195"/>
          </a:xfrm>
          <a:prstGeom prst="rect">
            <a:avLst/>
          </a:prstGeom>
          <a:noFill/>
        </p:spPr>
      </p:pic>
      <p:pic>
        <p:nvPicPr>
          <p:cNvPr id="20" name="Picture 6" descr="D:\My Work\Template\Icons\Social Media\YouTube.png">
            <a:hlinkClick r:id="rId8"/>
          </p:cNvPr>
          <p:cNvPicPr>
            <a:picLocks noChangeAspect="1" noChangeArrowheads="1"/>
          </p:cNvPicPr>
          <p:nvPr userDrawn="1"/>
        </p:nvPicPr>
        <p:blipFill>
          <a:blip r:embed="rId9" cstate="print"/>
          <a:srcRect/>
          <a:stretch>
            <a:fillRect/>
          </a:stretch>
        </p:blipFill>
        <p:spPr bwMode="auto">
          <a:xfrm>
            <a:off x="1948545" y="3979258"/>
            <a:ext cx="333195" cy="333195"/>
          </a:xfrm>
          <a:prstGeom prst="rect">
            <a:avLst/>
          </a:prstGeom>
          <a:noFill/>
        </p:spPr>
      </p:pic>
      <p:pic>
        <p:nvPicPr>
          <p:cNvPr id="21" name="Picture 7" descr="D:\My Work\Template\Icons\Social Media\Facebook.png">
            <a:hlinkClick r:id="rId10"/>
          </p:cNvPr>
          <p:cNvPicPr>
            <a:picLocks noChangeAspect="1" noChangeArrowheads="1"/>
          </p:cNvPicPr>
          <p:nvPr userDrawn="1"/>
        </p:nvPicPr>
        <p:blipFill>
          <a:blip r:embed="rId11" cstate="print"/>
          <a:srcRect/>
          <a:stretch>
            <a:fillRect/>
          </a:stretch>
        </p:blipFill>
        <p:spPr bwMode="auto">
          <a:xfrm>
            <a:off x="415038" y="3979258"/>
            <a:ext cx="333195" cy="333195"/>
          </a:xfrm>
          <a:prstGeom prst="rect">
            <a:avLst/>
          </a:prstGeom>
          <a:noFill/>
        </p:spPr>
      </p:pic>
      <p:sp>
        <p:nvSpPr>
          <p:cNvPr id="23" name="Rectangle 22"/>
          <p:cNvSpPr/>
          <p:nvPr userDrawn="1"/>
        </p:nvSpPr>
        <p:spPr>
          <a:xfrm>
            <a:off x="415038" y="5640913"/>
            <a:ext cx="4198620" cy="569387"/>
          </a:xfrm>
          <a:prstGeom prst="rect">
            <a:avLst/>
          </a:prstGeom>
        </p:spPr>
        <p:txBody>
          <a:bodyPr wrap="square" lIns="0" tIns="0" rIns="0" bIns="0" anchor="b" anchorCtr="0">
            <a:spAutoFit/>
          </a:bodyPr>
          <a:lstStyle/>
          <a:p>
            <a:pPr>
              <a:spcAft>
                <a:spcPts val="600"/>
              </a:spcAft>
            </a:pPr>
            <a:r>
              <a:rPr lang="en-US" sz="800" noProof="0">
                <a:solidFill>
                  <a:schemeClr val="bg1"/>
                </a:solidFill>
                <a:latin typeface="+mn-lt"/>
                <a:cs typeface="Arial"/>
              </a:rPr>
              <a:t>This message contains information that may be privileged or confidential and is the property of the Capgemini Group.</a:t>
            </a:r>
            <a:br>
              <a:rPr lang="en-US" sz="800" noProof="0">
                <a:solidFill>
                  <a:schemeClr val="bg1"/>
                </a:solidFill>
                <a:latin typeface="+mn-lt"/>
                <a:cs typeface="Arial"/>
              </a:rPr>
            </a:br>
            <a:r>
              <a:rPr lang="en-US" sz="800" noProof="0">
                <a:solidFill>
                  <a:schemeClr val="bg1"/>
                </a:solidFill>
                <a:latin typeface="Arial"/>
                <a:cs typeface="Arial"/>
              </a:rPr>
              <a:t>Copyright © 2018 Capgemini. All rights reserved.</a:t>
            </a:r>
          </a:p>
          <a:p>
            <a:pPr marL="0" marR="0" indent="0" defTabSz="957756" rtl="0" eaLnBrk="1" fontAlgn="auto" latinLnBrk="0" hangingPunct="1">
              <a:lnSpc>
                <a:spcPct val="100000"/>
              </a:lnSpc>
              <a:spcBef>
                <a:spcPts val="0"/>
              </a:spcBef>
              <a:spcAft>
                <a:spcPts val="600"/>
              </a:spcAft>
              <a:buClrTx/>
              <a:buSzTx/>
              <a:buFontTx/>
              <a:buNone/>
              <a:tabLst/>
              <a:defRPr/>
            </a:pPr>
            <a:r>
              <a:rPr lang="en-US" sz="800" noProof="0">
                <a:solidFill>
                  <a:schemeClr val="bg1"/>
                </a:solidFill>
                <a:latin typeface="Arial"/>
                <a:cs typeface="Arial"/>
              </a:rPr>
              <a:t>Rightshore</a:t>
            </a:r>
            <a:r>
              <a:rPr lang="en-US" sz="800" baseline="30000" noProof="0">
                <a:solidFill>
                  <a:schemeClr val="bg1"/>
                </a:solidFill>
                <a:latin typeface="Arial"/>
                <a:cs typeface="Arial"/>
              </a:rPr>
              <a:t>®</a:t>
            </a:r>
            <a:r>
              <a:rPr lang="en-US" sz="800" noProof="0">
                <a:solidFill>
                  <a:schemeClr val="bg1"/>
                </a:solidFill>
                <a:latin typeface="Arial"/>
                <a:cs typeface="Arial"/>
              </a:rPr>
              <a:t> is a trademark belonging to Capgemini.</a:t>
            </a:r>
          </a:p>
        </p:txBody>
      </p:sp>
      <p:sp>
        <p:nvSpPr>
          <p:cNvPr id="24" name="Rectangle 23"/>
          <p:cNvSpPr/>
          <p:nvPr userDrawn="1"/>
        </p:nvSpPr>
        <p:spPr>
          <a:xfrm>
            <a:off x="6536184" y="5933302"/>
            <a:ext cx="5219699" cy="276999"/>
          </a:xfrm>
          <a:prstGeom prst="rect">
            <a:avLst/>
          </a:prstGeom>
        </p:spPr>
        <p:txBody>
          <a:bodyPr wrap="square" lIns="0" tIns="0" rIns="0" bIns="0" anchor="b" anchorCtr="0">
            <a:spAutoFit/>
          </a:bodyPr>
          <a:lstStyle/>
          <a:p>
            <a:pPr>
              <a:spcAft>
                <a:spcPts val="600"/>
              </a:spcAft>
            </a:pPr>
            <a:r>
              <a:rPr lang="en-US" sz="600">
                <a:cs typeface="Arial"/>
              </a:rPr>
              <a:t>This message is intended only for the person to whom it is addressed. If you are not the intended recipient, you are not authorized to read, print, retain, copy, disseminate, distribute, or use this message or any part thereof. If you receive this message in error, please notify the sender immediately and delete all copies of this message. </a:t>
            </a:r>
          </a:p>
        </p:txBody>
      </p:sp>
      <p:sp>
        <p:nvSpPr>
          <p:cNvPr id="25" name="Rectangle 24">
            <a:hlinkClick r:id="rId12"/>
          </p:cNvPr>
          <p:cNvSpPr/>
          <p:nvPr userDrawn="1"/>
        </p:nvSpPr>
        <p:spPr>
          <a:xfrm>
            <a:off x="7489902" y="3812094"/>
            <a:ext cx="2336088"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Rectangle 25">
            <a:hlinkClick r:id="rId13"/>
          </p:cNvPr>
          <p:cNvSpPr/>
          <p:nvPr userDrawn="1"/>
        </p:nvSpPr>
        <p:spPr>
          <a:xfrm>
            <a:off x="10730865" y="3812094"/>
            <a:ext cx="704850"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ectangle 26">
            <a:hlinkClick r:id="rId14"/>
          </p:cNvPr>
          <p:cNvSpPr/>
          <p:nvPr userDrawn="1"/>
        </p:nvSpPr>
        <p:spPr>
          <a:xfrm>
            <a:off x="6532245" y="4445639"/>
            <a:ext cx="1851660" cy="183449"/>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9" name="Picture 28"/>
          <p:cNvPicPr>
            <a:picLocks noChangeAspect="1"/>
          </p:cNvPicPr>
          <p:nvPr userDrawn="1"/>
        </p:nvPicPr>
        <p:blipFill>
          <a:blip r:embed="rId15" cstate="print">
            <a:extLst>
              <a:ext uri="{28A0092B-C50C-407E-A947-70E740481C1C}">
                <a14:useLocalDpi xmlns:a14="http://schemas.microsoft.com/office/drawing/2010/main" val="0"/>
              </a:ext>
            </a:extLst>
          </a:blip>
          <a:stretch>
            <a:fillRect/>
          </a:stretch>
        </p:blipFill>
        <p:spPr>
          <a:xfrm>
            <a:off x="407572" y="4434172"/>
            <a:ext cx="2560320" cy="201012"/>
          </a:xfrm>
          <a:prstGeom prst="rect">
            <a:avLst/>
          </a:prstGeom>
        </p:spPr>
      </p:pic>
    </p:spTree>
    <p:extLst>
      <p:ext uri="{BB962C8B-B14F-4D97-AF65-F5344CB8AC3E}">
        <p14:creationId xmlns:p14="http://schemas.microsoft.com/office/powerpoint/2010/main" val="402550283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2_Blank-White">
    <p:spTree>
      <p:nvGrpSpPr>
        <p:cNvPr id="1" name=""/>
        <p:cNvGrpSpPr/>
        <p:nvPr/>
      </p:nvGrpSpPr>
      <p:grpSpPr>
        <a:xfrm>
          <a:off x="0" y="0"/>
          <a:ext cx="0" cy="0"/>
          <a:chOff x="0" y="0"/>
          <a:chExt cx="0" cy="0"/>
        </a:xfrm>
      </p:grpSpPr>
      <p:sp>
        <p:nvSpPr>
          <p:cNvPr id="3" name="Retângulo 43">
            <a:extLst>
              <a:ext uri="{FF2B5EF4-FFF2-40B4-BE49-F238E27FC236}">
                <a16:creationId xmlns:a16="http://schemas.microsoft.com/office/drawing/2014/main" id="{25FC8637-25BD-4C09-AF25-56B4243DAB3D}"/>
              </a:ext>
            </a:extLst>
          </p:cNvPr>
          <p:cNvSpPr/>
          <p:nvPr userDrawn="1"/>
        </p:nvSpPr>
        <p:spPr>
          <a:xfrm>
            <a:off x="11784013" y="6555758"/>
            <a:ext cx="242375" cy="215444"/>
          </a:xfrm>
          <a:prstGeom prst="rect">
            <a:avLst/>
          </a:prstGeom>
        </p:spPr>
        <p:txBody>
          <a:bodyPr wrap="none">
            <a:spAutoFit/>
          </a:bodyPr>
          <a:lstStyle/>
          <a:p>
            <a:pPr algn="r" defTabSz="914400"/>
            <a:fld id="{0502E5A9-B53C-401E-A0E0-4A359BB0A9E5}" type="slidenum">
              <a:rPr lang="en-US" sz="800" smtClean="0">
                <a:solidFill>
                  <a:prstClr val="black">
                    <a:lumMod val="50000"/>
                    <a:lumOff val="50000"/>
                  </a:prstClr>
                </a:solidFill>
                <a:cs typeface="Arial" panose="020B0604020202020204" pitchFamily="34" charset="0"/>
              </a:rPr>
              <a:pPr algn="r" defTabSz="914400"/>
              <a:t>‹#›</a:t>
            </a:fld>
            <a:endParaRPr lang="en-US" sz="800">
              <a:solidFill>
                <a:prstClr val="black">
                  <a:lumMod val="50000"/>
                  <a:lumOff val="50000"/>
                </a:prstClr>
              </a:solidFill>
              <a:cs typeface="Arial" panose="020B0604020202020204" pitchFamily="34" charset="0"/>
            </a:endParaRPr>
          </a:p>
        </p:txBody>
      </p:sp>
    </p:spTree>
    <p:extLst>
      <p:ext uri="{BB962C8B-B14F-4D97-AF65-F5344CB8AC3E}">
        <p14:creationId xmlns:p14="http://schemas.microsoft.com/office/powerpoint/2010/main" val="98318594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Final Slide 1">
    <p:spTree>
      <p:nvGrpSpPr>
        <p:cNvPr id="1" name=""/>
        <p:cNvGrpSpPr/>
        <p:nvPr/>
      </p:nvGrpSpPr>
      <p:grpSpPr>
        <a:xfrm>
          <a:off x="0" y="0"/>
          <a:ext cx="0" cy="0"/>
          <a:chOff x="0" y="0"/>
          <a:chExt cx="0" cy="0"/>
        </a:xfrm>
      </p:grpSpPr>
      <p:sp>
        <p:nvSpPr>
          <p:cNvPr id="7" name="Rectangle 6"/>
          <p:cNvSpPr/>
          <p:nvPr userDrawn="1"/>
        </p:nvSpPr>
        <p:spPr>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4">
            <a:extLst>
              <a:ext uri="{FF2B5EF4-FFF2-40B4-BE49-F238E27FC236}">
                <a16:creationId xmlns:a16="http://schemas.microsoft.com/office/drawing/2014/main" id="{AEFD73FD-4310-4FE6-83F6-4ADDF1642E27}"/>
              </a:ext>
            </a:extLst>
          </p:cNvPr>
          <p:cNvSpPr>
            <a:spLocks/>
          </p:cNvSpPr>
          <p:nvPr userDrawn="1"/>
        </p:nvSpPr>
        <p:spPr bwMode="auto">
          <a:xfrm>
            <a:off x="1" y="0"/>
            <a:ext cx="5942703" cy="6858000"/>
          </a:xfrm>
          <a:custGeom>
            <a:avLst/>
            <a:gdLst>
              <a:gd name="connsiteX0" fmla="*/ 0 w 5942703"/>
              <a:gd name="connsiteY0" fmla="*/ 0 h 6858000"/>
              <a:gd name="connsiteX1" fmla="*/ 1934854 w 5942703"/>
              <a:gd name="connsiteY1" fmla="*/ 0 h 6858000"/>
              <a:gd name="connsiteX2" fmla="*/ 2016936 w 5942703"/>
              <a:gd name="connsiteY2" fmla="*/ 210681 h 6858000"/>
              <a:gd name="connsiteX3" fmla="*/ 5381513 w 5942703"/>
              <a:gd name="connsiteY3" fmla="*/ 2418544 h 6858000"/>
              <a:gd name="connsiteX4" fmla="*/ 3933862 w 5942703"/>
              <a:gd name="connsiteY4" fmla="*/ 6759409 h 6858000"/>
              <a:gd name="connsiteX5" fmla="*/ 3795861 w 5942703"/>
              <a:gd name="connsiteY5" fmla="*/ 6858000 h 6858000"/>
              <a:gd name="connsiteX6" fmla="*/ 0 w 5942703"/>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42703" h="6858000">
                <a:moveTo>
                  <a:pt x="0" y="0"/>
                </a:moveTo>
                <a:lnTo>
                  <a:pt x="1934854" y="0"/>
                </a:lnTo>
                <a:lnTo>
                  <a:pt x="2016936" y="210681"/>
                </a:lnTo>
                <a:cubicBezTo>
                  <a:pt x="3206701" y="3025068"/>
                  <a:pt x="5838311" y="3712297"/>
                  <a:pt x="5381513" y="2418544"/>
                </a:cubicBezTo>
                <a:cubicBezTo>
                  <a:pt x="6119798" y="2697936"/>
                  <a:pt x="6539698" y="4845048"/>
                  <a:pt x="3933862" y="6759409"/>
                </a:cubicBezTo>
                <a:lnTo>
                  <a:pt x="3795861" y="6858000"/>
                </a:lnTo>
                <a:lnTo>
                  <a:pt x="0" y="6858000"/>
                </a:lnTo>
                <a:close/>
              </a:path>
            </a:pathLst>
          </a:custGeom>
          <a:solidFill>
            <a:schemeClr val="accent3"/>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US"/>
          </a:p>
        </p:txBody>
      </p:sp>
      <p:grpSp>
        <p:nvGrpSpPr>
          <p:cNvPr id="2" name="Group 5">
            <a:extLst>
              <a:ext uri="{FF2B5EF4-FFF2-40B4-BE49-F238E27FC236}">
                <a16:creationId xmlns:a16="http://schemas.microsoft.com/office/drawing/2014/main" id="{D1D61DEE-13C9-4E34-97DE-432882EEB993}"/>
              </a:ext>
            </a:extLst>
          </p:cNvPr>
          <p:cNvGrpSpPr/>
          <p:nvPr userDrawn="1"/>
        </p:nvGrpSpPr>
        <p:grpSpPr>
          <a:xfrm>
            <a:off x="4979035" y="2404110"/>
            <a:ext cx="735013" cy="682321"/>
            <a:chOff x="5662614" y="3032124"/>
            <a:chExt cx="863600" cy="801689"/>
          </a:xfrm>
        </p:grpSpPr>
        <p:sp>
          <p:nvSpPr>
            <p:cNvPr id="30" name="Freeform 9">
              <a:extLst>
                <a:ext uri="{FF2B5EF4-FFF2-40B4-BE49-F238E27FC236}">
                  <a16:creationId xmlns:a16="http://schemas.microsoft.com/office/drawing/2014/main" id="{CA8EB9FD-9EF8-467D-92C6-8B7B687106BA}"/>
                </a:ext>
              </a:extLst>
            </p:cNvPr>
            <p:cNvSpPr>
              <a:spLocks/>
            </p:cNvSpPr>
            <p:nvPr/>
          </p:nvSpPr>
          <p:spPr bwMode="auto">
            <a:xfrm>
              <a:off x="5959476" y="3368675"/>
              <a:ext cx="566738" cy="465138"/>
            </a:xfrm>
            <a:custGeom>
              <a:avLst/>
              <a:gdLst>
                <a:gd name="T0" fmla="*/ 99 w 149"/>
                <a:gd name="T1" fmla="*/ 85 h 122"/>
                <a:gd name="T2" fmla="*/ 149 w 149"/>
                <a:gd name="T3" fmla="*/ 34 h 122"/>
                <a:gd name="T4" fmla="*/ 112 w 149"/>
                <a:gd name="T5" fmla="*/ 0 h 122"/>
                <a:gd name="T6" fmla="*/ 39 w 149"/>
                <a:gd name="T7" fmla="*/ 78 h 122"/>
                <a:gd name="T8" fmla="*/ 0 w 149"/>
                <a:gd name="T9" fmla="*/ 114 h 122"/>
                <a:gd name="T10" fmla="*/ 29 w 149"/>
                <a:gd name="T11" fmla="*/ 122 h 122"/>
                <a:gd name="T12" fmla="*/ 99 w 149"/>
                <a:gd name="T13" fmla="*/ 99 h 122"/>
                <a:gd name="T14" fmla="*/ 64 w 149"/>
                <a:gd name="T15" fmla="*/ 68 h 122"/>
                <a:gd name="T16" fmla="*/ 99 w 149"/>
                <a:gd name="T17" fmla="*/ 85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9" h="122">
                  <a:moveTo>
                    <a:pt x="99" y="85"/>
                  </a:moveTo>
                  <a:cubicBezTo>
                    <a:pt x="127" y="85"/>
                    <a:pt x="149" y="62"/>
                    <a:pt x="149" y="34"/>
                  </a:cubicBezTo>
                  <a:cubicBezTo>
                    <a:pt x="147" y="22"/>
                    <a:pt x="143" y="0"/>
                    <a:pt x="112" y="0"/>
                  </a:cubicBezTo>
                  <a:cubicBezTo>
                    <a:pt x="78" y="0"/>
                    <a:pt x="67" y="48"/>
                    <a:pt x="39" y="78"/>
                  </a:cubicBezTo>
                  <a:cubicBezTo>
                    <a:pt x="37" y="96"/>
                    <a:pt x="20" y="111"/>
                    <a:pt x="0" y="114"/>
                  </a:cubicBezTo>
                  <a:cubicBezTo>
                    <a:pt x="5" y="119"/>
                    <a:pt x="16" y="122"/>
                    <a:pt x="29" y="122"/>
                  </a:cubicBezTo>
                  <a:cubicBezTo>
                    <a:pt x="54" y="122"/>
                    <a:pt x="84" y="115"/>
                    <a:pt x="99" y="99"/>
                  </a:cubicBezTo>
                  <a:cubicBezTo>
                    <a:pt x="78" y="100"/>
                    <a:pt x="65" y="86"/>
                    <a:pt x="64" y="68"/>
                  </a:cubicBezTo>
                  <a:cubicBezTo>
                    <a:pt x="74" y="80"/>
                    <a:pt x="85" y="85"/>
                    <a:pt x="99" y="85"/>
                  </a:cubicBezTo>
                </a:path>
              </a:pathLst>
            </a:custGeom>
            <a:solidFill>
              <a:srgbClr val="00B0D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1" name="Freeform 12">
              <a:extLst>
                <a:ext uri="{FF2B5EF4-FFF2-40B4-BE49-F238E27FC236}">
                  <a16:creationId xmlns:a16="http://schemas.microsoft.com/office/drawing/2014/main" id="{ED2560F6-388B-43F0-89C8-492914F4382E}"/>
                </a:ext>
              </a:extLst>
            </p:cNvPr>
            <p:cNvSpPr>
              <a:spLocks/>
            </p:cNvSpPr>
            <p:nvPr/>
          </p:nvSpPr>
          <p:spPr bwMode="auto">
            <a:xfrm>
              <a:off x="5662614" y="3032124"/>
              <a:ext cx="863600" cy="736599"/>
            </a:xfrm>
            <a:custGeom>
              <a:avLst/>
              <a:gdLst>
                <a:gd name="T0" fmla="*/ 227 w 227"/>
                <a:gd name="T1" fmla="*/ 120 h 193"/>
                <a:gd name="T2" fmla="*/ 188 w 227"/>
                <a:gd name="T3" fmla="*/ 40 h 193"/>
                <a:gd name="T4" fmla="*/ 127 w 227"/>
                <a:gd name="T5" fmla="*/ 3 h 193"/>
                <a:gd name="T6" fmla="*/ 122 w 227"/>
                <a:gd name="T7" fmla="*/ 0 h 193"/>
                <a:gd name="T8" fmla="*/ 122 w 227"/>
                <a:gd name="T9" fmla="*/ 0 h 193"/>
                <a:gd name="T10" fmla="*/ 0 w 227"/>
                <a:gd name="T11" fmla="*/ 125 h 193"/>
                <a:gd name="T12" fmla="*/ 42 w 227"/>
                <a:gd name="T13" fmla="*/ 187 h 193"/>
                <a:gd name="T14" fmla="*/ 85 w 227"/>
                <a:gd name="T15" fmla="*/ 188 h 193"/>
                <a:gd name="T16" fmla="*/ 117 w 227"/>
                <a:gd name="T17" fmla="*/ 166 h 193"/>
                <a:gd name="T18" fmla="*/ 190 w 227"/>
                <a:gd name="T19" fmla="*/ 88 h 193"/>
                <a:gd name="T20" fmla="*/ 227 w 227"/>
                <a:gd name="T21" fmla="*/ 122 h 193"/>
                <a:gd name="T22" fmla="*/ 227 w 227"/>
                <a:gd name="T23" fmla="*/ 12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27" h="193">
                  <a:moveTo>
                    <a:pt x="227" y="120"/>
                  </a:moveTo>
                  <a:cubicBezTo>
                    <a:pt x="226" y="89"/>
                    <a:pt x="211" y="62"/>
                    <a:pt x="188" y="40"/>
                  </a:cubicBezTo>
                  <a:cubicBezTo>
                    <a:pt x="170" y="24"/>
                    <a:pt x="149" y="12"/>
                    <a:pt x="127" y="3"/>
                  </a:cubicBezTo>
                  <a:cubicBezTo>
                    <a:pt x="125" y="2"/>
                    <a:pt x="123" y="1"/>
                    <a:pt x="122" y="0"/>
                  </a:cubicBezTo>
                  <a:cubicBezTo>
                    <a:pt x="122" y="0"/>
                    <a:pt x="122" y="0"/>
                    <a:pt x="122" y="0"/>
                  </a:cubicBezTo>
                  <a:cubicBezTo>
                    <a:pt x="94" y="33"/>
                    <a:pt x="0" y="57"/>
                    <a:pt x="0" y="125"/>
                  </a:cubicBezTo>
                  <a:cubicBezTo>
                    <a:pt x="0" y="152"/>
                    <a:pt x="17" y="177"/>
                    <a:pt x="42" y="187"/>
                  </a:cubicBezTo>
                  <a:cubicBezTo>
                    <a:pt x="56" y="193"/>
                    <a:pt x="71" y="193"/>
                    <a:pt x="85" y="188"/>
                  </a:cubicBezTo>
                  <a:cubicBezTo>
                    <a:pt x="98" y="184"/>
                    <a:pt x="108" y="176"/>
                    <a:pt x="117" y="166"/>
                  </a:cubicBezTo>
                  <a:cubicBezTo>
                    <a:pt x="145" y="136"/>
                    <a:pt x="156" y="88"/>
                    <a:pt x="190" y="88"/>
                  </a:cubicBezTo>
                  <a:cubicBezTo>
                    <a:pt x="221" y="88"/>
                    <a:pt x="225" y="110"/>
                    <a:pt x="227" y="122"/>
                  </a:cubicBezTo>
                  <a:cubicBezTo>
                    <a:pt x="227" y="122"/>
                    <a:pt x="227" y="121"/>
                    <a:pt x="227" y="120"/>
                  </a:cubicBezTo>
                </a:path>
              </a:pathLst>
            </a:custGeom>
            <a:solidFill>
              <a:srgbClr val="0075B1"/>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14" name="Rectangle 13"/>
          <p:cNvSpPr/>
          <p:nvPr userDrawn="1"/>
        </p:nvSpPr>
        <p:spPr>
          <a:xfrm>
            <a:off x="6536185" y="2886346"/>
            <a:ext cx="4638213" cy="149363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lvl="0" algn="just"/>
            <a:r>
              <a:rPr lang="en-GB" sz="900">
                <a:solidFill>
                  <a:schemeClr val="tx1"/>
                </a:solidFill>
                <a:effectLst/>
              </a:rPr>
              <a:t>Capgemini is a global leader in partnering with companies to transform and manage their business by harnessing the power of technology. The Group is guided everyday by its purpose of unleashing human energy through technology for an inclusive and sustainable future. It is a responsible and diverse organization of 270,000 team members in nearly 50 countries. With its strong 50 year heritage and deep industry expertise, Capgemini is trusted by its clients to address the entire breadth of their business needs, from strategy and design to operations, fuelled by the fast evolving and innovative world of cloud, data, AI, connectivity, software, digital engineering and platforms. The Group reported in 2020 global revenues of €16 billion.</a:t>
            </a:r>
            <a:endParaRPr lang="en-US" sz="900">
              <a:solidFill>
                <a:schemeClr val="tx1"/>
              </a:solidFill>
              <a:effectLst/>
            </a:endParaRPr>
          </a:p>
        </p:txBody>
      </p:sp>
      <p:sp>
        <p:nvSpPr>
          <p:cNvPr id="15" name="Rectangle 14"/>
          <p:cNvSpPr/>
          <p:nvPr userDrawn="1"/>
        </p:nvSpPr>
        <p:spPr>
          <a:xfrm>
            <a:off x="6536184" y="2507082"/>
            <a:ext cx="2219960" cy="22961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bodyPr>
          <a:lstStyle/>
          <a:p>
            <a:pPr>
              <a:lnSpc>
                <a:spcPts val="2000"/>
              </a:lnSpc>
            </a:pPr>
            <a:r>
              <a:rPr lang="en-US" sz="1400">
                <a:solidFill>
                  <a:schemeClr val="accent1"/>
                </a:solidFill>
              </a:rPr>
              <a:t>About Capgemini</a:t>
            </a:r>
          </a:p>
        </p:txBody>
      </p:sp>
      <p:sp>
        <p:nvSpPr>
          <p:cNvPr id="16" name="Rectangle 15"/>
          <p:cNvSpPr/>
          <p:nvPr userDrawn="1"/>
        </p:nvSpPr>
        <p:spPr>
          <a:xfrm>
            <a:off x="6536184" y="4461866"/>
            <a:ext cx="4345176" cy="4072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marL="0" marR="0" lvl="0" indent="0" algn="l" defTabSz="914400" rtl="0" eaLnBrk="1" fontAlgn="auto" latinLnBrk="0" hangingPunct="1">
              <a:lnSpc>
                <a:spcPts val="1200"/>
              </a:lnSpc>
              <a:spcBef>
                <a:spcPts val="0"/>
              </a:spcBef>
              <a:spcAft>
                <a:spcPts val="0"/>
              </a:spcAft>
              <a:buClrTx/>
              <a:buSzTx/>
              <a:buFontTx/>
              <a:buNone/>
              <a:tabLst/>
              <a:defRPr/>
            </a:pPr>
            <a:r>
              <a:rPr lang="en-GB" sz="900">
                <a:solidFill>
                  <a:schemeClr val="tx1"/>
                </a:solidFill>
                <a:effectLst/>
              </a:rPr>
              <a:t>Get the Future You Want </a:t>
            </a:r>
            <a:r>
              <a:rPr lang="en-US" sz="900">
                <a:solidFill>
                  <a:schemeClr val="tx1"/>
                </a:solidFill>
                <a:effectLst/>
              </a:rPr>
              <a:t>|</a:t>
            </a:r>
            <a:r>
              <a:rPr lang="en-GB" sz="900">
                <a:solidFill>
                  <a:schemeClr val="tx1"/>
                </a:solidFill>
                <a:effectLst/>
              </a:rPr>
              <a:t> </a:t>
            </a:r>
            <a:r>
              <a:rPr lang="en-US" sz="1050">
                <a:solidFill>
                  <a:schemeClr val="accent2"/>
                </a:solidFill>
              </a:rPr>
              <a:t>www.capgemini.com</a:t>
            </a:r>
          </a:p>
        </p:txBody>
      </p:sp>
      <p:pic>
        <p:nvPicPr>
          <p:cNvPr id="17" name="Picture 2" descr="D:\My Work\Template\Icons\Social Media\LinkedIN.png">
            <a:hlinkClick r:id="rId2"/>
          </p:cNvPr>
          <p:cNvPicPr>
            <a:picLocks noChangeAspect="1" noChangeArrowheads="1"/>
          </p:cNvPicPr>
          <p:nvPr userDrawn="1"/>
        </p:nvPicPr>
        <p:blipFill>
          <a:blip r:embed="rId3" cstate="print"/>
          <a:srcRect/>
          <a:stretch>
            <a:fillRect/>
          </a:stretch>
        </p:blipFill>
        <p:spPr bwMode="auto">
          <a:xfrm>
            <a:off x="810097" y="4968013"/>
            <a:ext cx="333195" cy="333195"/>
          </a:xfrm>
          <a:prstGeom prst="rect">
            <a:avLst/>
          </a:prstGeom>
          <a:noFill/>
        </p:spPr>
      </p:pic>
      <p:pic>
        <p:nvPicPr>
          <p:cNvPr id="18" name="Picture 4" descr="D:\My Work\Template\Icons\Social Media\SlideShare.png">
            <a:hlinkClick r:id="rId4"/>
          </p:cNvPr>
          <p:cNvPicPr>
            <a:picLocks noChangeAspect="1" noChangeArrowheads="1"/>
          </p:cNvPicPr>
          <p:nvPr userDrawn="1"/>
        </p:nvPicPr>
        <p:blipFill>
          <a:blip r:embed="rId5" cstate="print"/>
          <a:srcRect/>
          <a:stretch>
            <a:fillRect/>
          </a:stretch>
        </p:blipFill>
        <p:spPr bwMode="auto">
          <a:xfrm>
            <a:off x="1193474" y="4968013"/>
            <a:ext cx="333195" cy="333195"/>
          </a:xfrm>
          <a:prstGeom prst="rect">
            <a:avLst/>
          </a:prstGeom>
          <a:noFill/>
        </p:spPr>
      </p:pic>
      <p:pic>
        <p:nvPicPr>
          <p:cNvPr id="19" name="Picture 5" descr="D:\My Work\Template\Icons\Social Media\Twitter.png">
            <a:hlinkClick r:id="rId6"/>
          </p:cNvPr>
          <p:cNvPicPr>
            <a:picLocks noChangeAspect="1" noChangeArrowheads="1"/>
          </p:cNvPicPr>
          <p:nvPr userDrawn="1"/>
        </p:nvPicPr>
        <p:blipFill>
          <a:blip r:embed="rId7" cstate="print"/>
          <a:srcRect/>
          <a:stretch>
            <a:fillRect/>
          </a:stretch>
        </p:blipFill>
        <p:spPr bwMode="auto">
          <a:xfrm>
            <a:off x="1576851" y="4968013"/>
            <a:ext cx="333195" cy="333195"/>
          </a:xfrm>
          <a:prstGeom prst="rect">
            <a:avLst/>
          </a:prstGeom>
          <a:noFill/>
        </p:spPr>
      </p:pic>
      <p:pic>
        <p:nvPicPr>
          <p:cNvPr id="20" name="Picture 6" descr="D:\My Work\Template\Icons\Social Media\YouTube.png">
            <a:hlinkClick r:id="rId8"/>
          </p:cNvPr>
          <p:cNvPicPr>
            <a:picLocks noChangeAspect="1" noChangeArrowheads="1"/>
          </p:cNvPicPr>
          <p:nvPr userDrawn="1"/>
        </p:nvPicPr>
        <p:blipFill>
          <a:blip r:embed="rId9" cstate="print"/>
          <a:srcRect/>
          <a:stretch>
            <a:fillRect/>
          </a:stretch>
        </p:blipFill>
        <p:spPr bwMode="auto">
          <a:xfrm>
            <a:off x="1960227" y="4968013"/>
            <a:ext cx="333195" cy="333195"/>
          </a:xfrm>
          <a:prstGeom prst="rect">
            <a:avLst/>
          </a:prstGeom>
          <a:noFill/>
        </p:spPr>
      </p:pic>
      <p:pic>
        <p:nvPicPr>
          <p:cNvPr id="21" name="Picture 7" descr="D:\My Work\Template\Icons\Social Media\Facebook.png">
            <a:hlinkClick r:id="rId10"/>
          </p:cNvPr>
          <p:cNvPicPr>
            <a:picLocks noChangeAspect="1" noChangeArrowheads="1"/>
          </p:cNvPicPr>
          <p:nvPr userDrawn="1"/>
        </p:nvPicPr>
        <p:blipFill>
          <a:blip r:embed="rId11" cstate="print"/>
          <a:srcRect/>
          <a:stretch>
            <a:fillRect/>
          </a:stretch>
        </p:blipFill>
        <p:spPr bwMode="auto">
          <a:xfrm>
            <a:off x="426720" y="4968013"/>
            <a:ext cx="333195" cy="333195"/>
          </a:xfrm>
          <a:prstGeom prst="rect">
            <a:avLst/>
          </a:prstGeom>
          <a:noFill/>
        </p:spPr>
      </p:pic>
      <p:sp>
        <p:nvSpPr>
          <p:cNvPr id="23" name="Rectangle 22"/>
          <p:cNvSpPr/>
          <p:nvPr userDrawn="1"/>
        </p:nvSpPr>
        <p:spPr>
          <a:xfrm>
            <a:off x="426720" y="5764024"/>
            <a:ext cx="4013280" cy="446276"/>
          </a:xfrm>
          <a:prstGeom prst="rect">
            <a:avLst/>
          </a:prstGeom>
        </p:spPr>
        <p:txBody>
          <a:bodyPr wrap="square" lIns="0" tIns="0" rIns="0" bIns="0" anchor="b" anchorCtr="0">
            <a:spAutoFit/>
          </a:bodyPr>
          <a:lstStyle/>
          <a:p>
            <a:pPr>
              <a:spcAft>
                <a:spcPts val="600"/>
              </a:spcAft>
            </a:pPr>
            <a:r>
              <a:rPr lang="en-US" sz="800" noProof="0">
                <a:solidFill>
                  <a:schemeClr val="bg1"/>
                </a:solidFill>
                <a:latin typeface="+mn-lt"/>
                <a:cs typeface="Arial"/>
              </a:rPr>
              <a:t>This presentation contains information that may be privileged or confidential and is the property of the Capgemini Group.</a:t>
            </a:r>
          </a:p>
          <a:p>
            <a:pPr>
              <a:spcAft>
                <a:spcPts val="600"/>
              </a:spcAft>
            </a:pPr>
            <a:r>
              <a:rPr lang="en-US" sz="800" noProof="0">
                <a:solidFill>
                  <a:schemeClr val="bg1"/>
                </a:solidFill>
                <a:latin typeface="Arial"/>
                <a:cs typeface="Arial"/>
              </a:rPr>
              <a:t>Copyright © 2021 Capgemini. All rights reserved.</a:t>
            </a:r>
          </a:p>
        </p:txBody>
      </p:sp>
      <p:sp>
        <p:nvSpPr>
          <p:cNvPr id="25" name="Rectangle 24">
            <a:hlinkClick r:id="rId12"/>
          </p:cNvPr>
          <p:cNvSpPr/>
          <p:nvPr userDrawn="1"/>
        </p:nvSpPr>
        <p:spPr>
          <a:xfrm>
            <a:off x="7489902" y="3812094"/>
            <a:ext cx="2336088"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Rectangle 25">
            <a:hlinkClick r:id="rId13"/>
          </p:cNvPr>
          <p:cNvSpPr/>
          <p:nvPr userDrawn="1"/>
        </p:nvSpPr>
        <p:spPr>
          <a:xfrm>
            <a:off x="10730865" y="3812094"/>
            <a:ext cx="704850"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07768223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Content 3 column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Text Placeholder 7">
            <a:extLst>
              <a:ext uri="{FF2B5EF4-FFF2-40B4-BE49-F238E27FC236}">
                <a16:creationId xmlns:a16="http://schemas.microsoft.com/office/drawing/2014/main" id="{27CE2609-37DA-4C4C-BF45-E56CE85AA41D}"/>
              </a:ext>
            </a:extLst>
          </p:cNvPr>
          <p:cNvSpPr>
            <a:spLocks noGrp="1"/>
          </p:cNvSpPr>
          <p:nvPr>
            <p:ph type="body" sz="quarter" idx="10"/>
          </p:nvPr>
        </p:nvSpPr>
        <p:spPr>
          <a:xfrm>
            <a:off x="227350"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227350"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a:t>Click to insert title</a:t>
            </a:r>
          </a:p>
        </p:txBody>
      </p:sp>
      <p:sp>
        <p:nvSpPr>
          <p:cNvPr id="9" name="Text Placeholder 7">
            <a:extLst>
              <a:ext uri="{FF2B5EF4-FFF2-40B4-BE49-F238E27FC236}">
                <a16:creationId xmlns:a16="http://schemas.microsoft.com/office/drawing/2014/main" id="{27CE2609-37DA-4C4C-BF45-E56CE85AA41D}"/>
              </a:ext>
            </a:extLst>
          </p:cNvPr>
          <p:cNvSpPr>
            <a:spLocks noGrp="1"/>
          </p:cNvSpPr>
          <p:nvPr>
            <p:ph type="body" sz="quarter" idx="14"/>
          </p:nvPr>
        </p:nvSpPr>
        <p:spPr>
          <a:xfrm>
            <a:off x="4313358"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7">
            <a:extLst>
              <a:ext uri="{FF2B5EF4-FFF2-40B4-BE49-F238E27FC236}">
                <a16:creationId xmlns:a16="http://schemas.microsoft.com/office/drawing/2014/main" id="{D8D7F005-BA7C-423E-87B0-6782D88233F6}"/>
              </a:ext>
            </a:extLst>
          </p:cNvPr>
          <p:cNvSpPr>
            <a:spLocks noGrp="1"/>
          </p:cNvSpPr>
          <p:nvPr>
            <p:ph type="body" sz="quarter" idx="15" hasCustomPrompt="1"/>
          </p:nvPr>
        </p:nvSpPr>
        <p:spPr>
          <a:xfrm>
            <a:off x="4313358"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a:t>Click to insert title</a:t>
            </a:r>
          </a:p>
        </p:txBody>
      </p:sp>
      <p:sp>
        <p:nvSpPr>
          <p:cNvPr id="11" name="Text Placeholder 7">
            <a:extLst>
              <a:ext uri="{FF2B5EF4-FFF2-40B4-BE49-F238E27FC236}">
                <a16:creationId xmlns:a16="http://schemas.microsoft.com/office/drawing/2014/main" id="{27CE2609-37DA-4C4C-BF45-E56CE85AA41D}"/>
              </a:ext>
            </a:extLst>
          </p:cNvPr>
          <p:cNvSpPr>
            <a:spLocks noGrp="1"/>
          </p:cNvSpPr>
          <p:nvPr>
            <p:ph type="body" sz="quarter" idx="16"/>
          </p:nvPr>
        </p:nvSpPr>
        <p:spPr>
          <a:xfrm>
            <a:off x="8384125"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Text Placeholder 7">
            <a:extLst>
              <a:ext uri="{FF2B5EF4-FFF2-40B4-BE49-F238E27FC236}">
                <a16:creationId xmlns:a16="http://schemas.microsoft.com/office/drawing/2014/main" id="{D8D7F005-BA7C-423E-87B0-6782D88233F6}"/>
              </a:ext>
            </a:extLst>
          </p:cNvPr>
          <p:cNvSpPr>
            <a:spLocks noGrp="1"/>
          </p:cNvSpPr>
          <p:nvPr>
            <p:ph type="body" sz="quarter" idx="17" hasCustomPrompt="1"/>
          </p:nvPr>
        </p:nvSpPr>
        <p:spPr>
          <a:xfrm>
            <a:off x="8384125"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a:t>Click to insert title</a:t>
            </a:r>
          </a:p>
        </p:txBody>
      </p:sp>
    </p:spTree>
    <p:extLst>
      <p:ext uri="{BB962C8B-B14F-4D97-AF65-F5344CB8AC3E}">
        <p14:creationId xmlns:p14="http://schemas.microsoft.com/office/powerpoint/2010/main" val="65774580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grpSp>
        <p:nvGrpSpPr>
          <p:cNvPr id="10" name="Groupe 1">
            <a:extLst>
              <a:ext uri="{FF2B5EF4-FFF2-40B4-BE49-F238E27FC236}">
                <a16:creationId xmlns:a16="http://schemas.microsoft.com/office/drawing/2014/main" id="{51FFF118-98EE-8DA3-DBD4-BAFD857D317B}"/>
              </a:ext>
            </a:extLst>
          </p:cNvPr>
          <p:cNvGrpSpPr>
            <a:grpSpLocks noChangeAspect="1"/>
          </p:cNvGrpSpPr>
          <p:nvPr userDrawn="1"/>
        </p:nvGrpSpPr>
        <p:grpSpPr>
          <a:xfrm>
            <a:off x="11562163" y="205059"/>
            <a:ext cx="419436" cy="388988"/>
            <a:chOff x="11501102" y="171573"/>
            <a:chExt cx="419436" cy="388988"/>
          </a:xfrm>
          <a:solidFill>
            <a:schemeClr val="tx1"/>
          </a:solidFill>
        </p:grpSpPr>
        <p:sp>
          <p:nvSpPr>
            <p:cNvPr id="11" name="Freeform 13">
              <a:extLst>
                <a:ext uri="{FF2B5EF4-FFF2-40B4-BE49-F238E27FC236}">
                  <a16:creationId xmlns:a16="http://schemas.microsoft.com/office/drawing/2014/main" id="{6B25F92B-C157-3ACB-55CE-8C228CF85F76}"/>
                </a:ext>
              </a:extLst>
            </p:cNvPr>
            <p:cNvSpPr>
              <a:spLocks/>
            </p:cNvSpPr>
            <p:nvPr userDrawn="1"/>
          </p:nvSpPr>
          <p:spPr bwMode="auto">
            <a:xfrm>
              <a:off x="11644642" y="334376"/>
              <a:ext cx="275896" cy="226185"/>
            </a:xfrm>
            <a:custGeom>
              <a:avLst/>
              <a:gdLst/>
              <a:ahLst/>
              <a:cxnLst>
                <a:cxn ang="0">
                  <a:pos x="125" y="107"/>
                </a:cxn>
                <a:cxn ang="0">
                  <a:pos x="188" y="43"/>
                </a:cxn>
                <a:cxn ang="0">
                  <a:pos x="141" y="0"/>
                </a:cxn>
                <a:cxn ang="0">
                  <a:pos x="49" y="99"/>
                </a:cxn>
                <a:cxn ang="0">
                  <a:pos x="0" y="144"/>
                </a:cxn>
                <a:cxn ang="0">
                  <a:pos x="37" y="154"/>
                </a:cxn>
                <a:cxn ang="0">
                  <a:pos x="125" y="125"/>
                </a:cxn>
                <a:cxn ang="0">
                  <a:pos x="81" y="86"/>
                </a:cxn>
                <a:cxn ang="0">
                  <a:pos x="125" y="107"/>
                </a:cxn>
              </a:cxnLst>
              <a:rect l="0" t="0" r="r" b="b"/>
              <a:pathLst>
                <a:path w="188" h="154">
                  <a:moveTo>
                    <a:pt x="125" y="107"/>
                  </a:moveTo>
                  <a:cubicBezTo>
                    <a:pt x="160" y="107"/>
                    <a:pt x="188" y="78"/>
                    <a:pt x="188" y="43"/>
                  </a:cubicBezTo>
                  <a:cubicBezTo>
                    <a:pt x="186" y="28"/>
                    <a:pt x="181" y="0"/>
                    <a:pt x="141" y="0"/>
                  </a:cubicBezTo>
                  <a:cubicBezTo>
                    <a:pt x="99" y="0"/>
                    <a:pt x="84" y="60"/>
                    <a:pt x="49" y="99"/>
                  </a:cubicBezTo>
                  <a:cubicBezTo>
                    <a:pt x="47" y="121"/>
                    <a:pt x="26" y="140"/>
                    <a:pt x="0" y="144"/>
                  </a:cubicBezTo>
                  <a:cubicBezTo>
                    <a:pt x="6" y="150"/>
                    <a:pt x="20" y="154"/>
                    <a:pt x="37" y="154"/>
                  </a:cubicBezTo>
                  <a:cubicBezTo>
                    <a:pt x="68" y="154"/>
                    <a:pt x="106" y="145"/>
                    <a:pt x="125" y="125"/>
                  </a:cubicBezTo>
                  <a:cubicBezTo>
                    <a:pt x="99" y="126"/>
                    <a:pt x="82" y="109"/>
                    <a:pt x="81" y="86"/>
                  </a:cubicBezTo>
                  <a:cubicBezTo>
                    <a:pt x="93" y="101"/>
                    <a:pt x="108" y="107"/>
                    <a:pt x="125" y="107"/>
                  </a:cubicBezTo>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a:latin typeface="Ubuntu" panose="020B0504030602030204" pitchFamily="34" charset="0"/>
              </a:endParaRPr>
            </a:p>
          </p:txBody>
        </p:sp>
        <p:sp>
          <p:nvSpPr>
            <p:cNvPr id="12" name="Freeform 14">
              <a:extLst>
                <a:ext uri="{FF2B5EF4-FFF2-40B4-BE49-F238E27FC236}">
                  <a16:creationId xmlns:a16="http://schemas.microsoft.com/office/drawing/2014/main" id="{CF1B011F-6FE9-3EE4-8000-222C8F9DE235}"/>
                </a:ext>
              </a:extLst>
            </p:cNvPr>
            <p:cNvSpPr>
              <a:spLocks/>
            </p:cNvSpPr>
            <p:nvPr userDrawn="1"/>
          </p:nvSpPr>
          <p:spPr bwMode="auto">
            <a:xfrm>
              <a:off x="11501102" y="171573"/>
              <a:ext cx="419436" cy="356676"/>
            </a:xfrm>
            <a:custGeom>
              <a:avLst/>
              <a:gdLst/>
              <a:ahLst/>
              <a:cxnLst>
                <a:cxn ang="0">
                  <a:pos x="286" y="152"/>
                </a:cxn>
                <a:cxn ang="0">
                  <a:pos x="237" y="51"/>
                </a:cxn>
                <a:cxn ang="0">
                  <a:pos x="160" y="3"/>
                </a:cxn>
                <a:cxn ang="0">
                  <a:pos x="153" y="0"/>
                </a:cxn>
                <a:cxn ang="0">
                  <a:pos x="153" y="0"/>
                </a:cxn>
                <a:cxn ang="0">
                  <a:pos x="0" y="158"/>
                </a:cxn>
                <a:cxn ang="0">
                  <a:pos x="53" y="236"/>
                </a:cxn>
                <a:cxn ang="0">
                  <a:pos x="107" y="237"/>
                </a:cxn>
                <a:cxn ang="0">
                  <a:pos x="147" y="210"/>
                </a:cxn>
                <a:cxn ang="0">
                  <a:pos x="239" y="111"/>
                </a:cxn>
                <a:cxn ang="0">
                  <a:pos x="286" y="154"/>
                </a:cxn>
                <a:cxn ang="0">
                  <a:pos x="286" y="152"/>
                </a:cxn>
              </a:cxnLst>
              <a:rect l="0" t="0" r="r" b="b"/>
              <a:pathLst>
                <a:path w="286" h="243">
                  <a:moveTo>
                    <a:pt x="286" y="152"/>
                  </a:moveTo>
                  <a:cubicBezTo>
                    <a:pt x="286" y="112"/>
                    <a:pt x="266" y="78"/>
                    <a:pt x="237" y="51"/>
                  </a:cubicBezTo>
                  <a:cubicBezTo>
                    <a:pt x="215" y="30"/>
                    <a:pt x="188" y="15"/>
                    <a:pt x="160" y="3"/>
                  </a:cubicBezTo>
                  <a:cubicBezTo>
                    <a:pt x="158" y="2"/>
                    <a:pt x="156" y="1"/>
                    <a:pt x="153" y="0"/>
                  </a:cubicBezTo>
                  <a:cubicBezTo>
                    <a:pt x="153" y="0"/>
                    <a:pt x="153" y="0"/>
                    <a:pt x="153" y="0"/>
                  </a:cubicBezTo>
                  <a:cubicBezTo>
                    <a:pt x="119" y="41"/>
                    <a:pt x="0" y="72"/>
                    <a:pt x="0" y="158"/>
                  </a:cubicBezTo>
                  <a:cubicBezTo>
                    <a:pt x="0" y="192"/>
                    <a:pt x="21" y="224"/>
                    <a:pt x="53" y="236"/>
                  </a:cubicBezTo>
                  <a:cubicBezTo>
                    <a:pt x="71" y="243"/>
                    <a:pt x="89" y="243"/>
                    <a:pt x="107" y="237"/>
                  </a:cubicBezTo>
                  <a:cubicBezTo>
                    <a:pt x="123" y="232"/>
                    <a:pt x="136" y="222"/>
                    <a:pt x="147" y="210"/>
                  </a:cubicBezTo>
                  <a:cubicBezTo>
                    <a:pt x="182" y="171"/>
                    <a:pt x="197" y="111"/>
                    <a:pt x="239" y="111"/>
                  </a:cubicBezTo>
                  <a:cubicBezTo>
                    <a:pt x="279" y="111"/>
                    <a:pt x="284" y="139"/>
                    <a:pt x="286" y="154"/>
                  </a:cubicBezTo>
                  <a:cubicBezTo>
                    <a:pt x="286" y="154"/>
                    <a:pt x="286" y="153"/>
                    <a:pt x="286" y="152"/>
                  </a:cubicBezTo>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a:latin typeface="Ubuntu" panose="020B0504030602030204" pitchFamily="34" charset="0"/>
              </a:endParaRPr>
            </a:p>
          </p:txBody>
        </p:sp>
      </p:grpSp>
      <p:sp>
        <p:nvSpPr>
          <p:cNvPr id="2" name="Title Placeholder 1">
            <a:extLst>
              <a:ext uri="{FF2B5EF4-FFF2-40B4-BE49-F238E27FC236}">
                <a16:creationId xmlns:a16="http://schemas.microsoft.com/office/drawing/2014/main" id="{3371DBC7-A563-4787-896F-A8C55AC39541}"/>
              </a:ext>
            </a:extLst>
          </p:cNvPr>
          <p:cNvSpPr>
            <a:spLocks noGrp="1"/>
          </p:cNvSpPr>
          <p:nvPr>
            <p:ph type="title"/>
          </p:nvPr>
        </p:nvSpPr>
        <p:spPr>
          <a:xfrm>
            <a:off x="304800" y="304800"/>
            <a:ext cx="11582400" cy="638175"/>
          </a:xfrm>
          <a:prstGeom prst="rect">
            <a:avLst/>
          </a:prstGeom>
        </p:spPr>
        <p:txBody>
          <a:bodyPr vert="horz" lIns="0" tIns="45720" rIns="0" bIns="4572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8BD4A25B-ECC2-4D0E-BA51-828900AA1150}"/>
              </a:ext>
            </a:extLst>
          </p:cNvPr>
          <p:cNvSpPr>
            <a:spLocks noGrp="1"/>
          </p:cNvSpPr>
          <p:nvPr>
            <p:ph type="body" idx="1"/>
          </p:nvPr>
        </p:nvSpPr>
        <p:spPr>
          <a:xfrm>
            <a:off x="304801" y="1485900"/>
            <a:ext cx="11582400" cy="1855893"/>
          </a:xfrm>
          <a:prstGeom prst="rect">
            <a:avLst/>
          </a:prstGeom>
        </p:spPr>
        <p:txBody>
          <a:bodyPr vert="horz" lIns="0" tIns="45720" rIns="0" bIns="4572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Box 3">
            <a:extLst>
              <a:ext uri="{FF2B5EF4-FFF2-40B4-BE49-F238E27FC236}">
                <a16:creationId xmlns:a16="http://schemas.microsoft.com/office/drawing/2014/main" id="{4CAD4279-FBF3-4755-ADA6-63C789BE8BA1}"/>
              </a:ext>
            </a:extLst>
          </p:cNvPr>
          <p:cNvSpPr txBox="1">
            <a:spLocks noChangeArrowheads="1"/>
          </p:cNvSpPr>
          <p:nvPr userDrawn="1"/>
        </p:nvSpPr>
        <p:spPr bwMode="white">
          <a:xfrm>
            <a:off x="7924801" y="6544949"/>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algn="r" defTabSz="1097212" eaLnBrk="1" fontAlgn="auto" hangingPunct="1">
              <a:spcBef>
                <a:spcPts val="0"/>
              </a:spcBef>
              <a:spcAft>
                <a:spcPts val="0"/>
              </a:spcAft>
              <a:defRPr/>
            </a:pPr>
            <a:r>
              <a:rPr lang="en-US" altLang="x-none" sz="700" b="0" i="0">
                <a:solidFill>
                  <a:schemeClr val="tx1"/>
                </a:solidFill>
                <a:latin typeface="Ubuntu" panose="020B0504030602030204" pitchFamily="34" charset="0"/>
                <a:ea typeface="Amazon Ember Display" panose="020F0603020204020204" pitchFamily="34" charset="0"/>
                <a:cs typeface="Amazon Ember Display" panose="020F0603020204020204" pitchFamily="34" charset="0"/>
              </a:rPr>
              <a:t>© 2024, Capgemini S.p.A. or its affiliates. All rights reserved.</a:t>
            </a:r>
          </a:p>
        </p:txBody>
      </p:sp>
    </p:spTree>
    <p:extLst>
      <p:ext uri="{BB962C8B-B14F-4D97-AF65-F5344CB8AC3E}">
        <p14:creationId xmlns:p14="http://schemas.microsoft.com/office/powerpoint/2010/main" val="385484851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Lst>
  <p:txStyles>
    <p:titleStyle>
      <a:lvl1pPr algn="l" defTabSz="914400" rtl="0" eaLnBrk="1" latinLnBrk="0" hangingPunct="1">
        <a:lnSpc>
          <a:spcPct val="90000"/>
        </a:lnSpc>
        <a:spcBef>
          <a:spcPct val="0"/>
        </a:spcBef>
        <a:buNone/>
        <a:defRPr sz="3600" kern="1200" spc="-100" baseline="0">
          <a:solidFill>
            <a:schemeClr val="tx1"/>
          </a:solidFill>
          <a:latin typeface="Ubuntu" panose="020B0504030602030204" pitchFamily="34" charset="0"/>
          <a:ea typeface="+mj-ea"/>
          <a:cs typeface="+mj-cs"/>
        </a:defRPr>
      </a:lvl1pPr>
    </p:titleStyle>
    <p:bodyStyle>
      <a:lvl1pPr marL="228600" indent="-228600" algn="l" defTabSz="914400" rtl="0" eaLnBrk="1" latinLnBrk="0" hangingPunct="1">
        <a:lnSpc>
          <a:spcPct val="90000"/>
        </a:lnSpc>
        <a:spcBef>
          <a:spcPts val="0"/>
        </a:spcBef>
        <a:spcAft>
          <a:spcPts val="1200"/>
        </a:spcAft>
        <a:buSzPct val="90000"/>
        <a:buFont typeface="Amazon Ember Display" panose="020F0603020204020204" pitchFamily="34" charset="0"/>
        <a:buChar char="•"/>
        <a:defRPr sz="2400" kern="1200">
          <a:solidFill>
            <a:schemeClr val="tx1"/>
          </a:solidFill>
          <a:latin typeface="Ubuntu" panose="020B0504030602030204" pitchFamily="34" charset="0"/>
          <a:ea typeface="+mn-ea"/>
          <a:cs typeface="+mn-cs"/>
        </a:defRPr>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000" kern="1200">
          <a:solidFill>
            <a:schemeClr val="tx1"/>
          </a:solidFill>
          <a:latin typeface="Ubuntu" panose="020B0504030602030204" pitchFamily="34" charset="0"/>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Ubuntu" panose="020B0504030602030204" pitchFamily="34" charset="0"/>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600" kern="1200">
          <a:solidFill>
            <a:schemeClr val="tx1"/>
          </a:solidFill>
          <a:latin typeface="Ubuntu" panose="020B0504030602030204" pitchFamily="34" charset="0"/>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600" kern="1200">
          <a:solidFill>
            <a:schemeClr val="tx1"/>
          </a:solidFill>
          <a:latin typeface="Ubuntu" panose="020B0504030602030204" pitchFamily="34" charset="0"/>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192">
          <p15:clr>
            <a:srgbClr val="F26B43"/>
          </p15:clr>
        </p15:guide>
        <p15:guide id="4" orient="horz" pos="3912">
          <p15:clr>
            <a:srgbClr val="F26B43"/>
          </p15:clr>
        </p15:guide>
        <p15:guide id="5" pos="192">
          <p15:clr>
            <a:srgbClr val="F26B43"/>
          </p15:clr>
        </p15:guide>
        <p15:guide id="6" pos="7488">
          <p15:clr>
            <a:srgbClr val="F26B43"/>
          </p15:clr>
        </p15:guide>
        <p15:guide id="7" orient="horz" pos="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Rectangle 1"/>
          <p:cNvSpPr/>
          <p:nvPr/>
        </p:nvSpPr>
        <p:spPr>
          <a:xfrm>
            <a:off x="731520" y="27432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188720"/>
            <a:ext cx="10058400" cy="1097280"/>
          </a:xfrm>
          <a:prstGeom prst="rect">
            <a:avLst/>
          </a:prstGeom>
          <a:noFill/>
        </p:spPr>
        <p:txBody>
          <a:bodyPr wrap="square">
            <a:spAutoFit/>
          </a:bodyPr>
          <a:lstStyle/>
          <a:p>
            <a:pPr algn="ctr">
              <a:defRPr sz="4400" b="1">
                <a:solidFill>
                  <a:srgbClr val="F0C040"/>
                </a:solidFill>
                <a:latin typeface="Calibri"/>
              </a:defRPr>
            </a:pPr>
            <a:r>
              <a:t>Cypher: Da Basi a Query Reali</a:t>
            </a:r>
          </a:p>
        </p:txBody>
      </p:sp>
      <p:sp>
        <p:nvSpPr>
          <p:cNvPr id="4" name="TextBox 3"/>
          <p:cNvSpPr txBox="1"/>
          <p:nvPr/>
        </p:nvSpPr>
        <p:spPr>
          <a:xfrm>
            <a:off x="914400" y="3017520"/>
            <a:ext cx="10058400" cy="731520"/>
          </a:xfrm>
          <a:prstGeom prst="rect">
            <a:avLst/>
          </a:prstGeom>
          <a:noFill/>
        </p:spPr>
        <p:txBody>
          <a:bodyPr wrap="square">
            <a:spAutoFit/>
          </a:bodyPr>
          <a:lstStyle/>
          <a:p>
            <a:pPr algn="ctr">
              <a:defRPr sz="2600" b="0">
                <a:solidFill>
                  <a:srgbClr val="FFFFFF"/>
                </a:solidFill>
                <a:latin typeface="Calibri"/>
              </a:defRPr>
            </a:pPr>
            <a:r>
              <a:t>Sessione 2</a:t>
            </a:r>
          </a:p>
        </p:txBody>
      </p:sp>
      <p:sp>
        <p:nvSpPr>
          <p:cNvPr id="5" name="TextBox 4"/>
          <p:cNvSpPr txBox="1"/>
          <p:nvPr/>
        </p:nvSpPr>
        <p:spPr>
          <a:xfrm>
            <a:off x="914400" y="4389120"/>
            <a:ext cx="10058400" cy="457200"/>
          </a:xfrm>
          <a:prstGeom prst="rect">
            <a:avLst/>
          </a:prstGeom>
          <a:noFill/>
        </p:spPr>
        <p:txBody>
          <a:bodyPr wrap="square">
            <a:spAutoFit/>
          </a:bodyPr>
          <a:lstStyle/>
          <a:p>
            <a:pPr algn="ctr">
              <a:defRPr sz="1700" b="0">
                <a:solidFill>
                  <a:srgbClr val="CCCCCC"/>
                </a:solidFill>
                <a:latin typeface="Calibri"/>
              </a:defRPr>
            </a:pPr>
            <a:r>
              <a:t>Pattern matching, filtri, aggregazioni, subquery, tuning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Agenda</a:t>
            </a:r>
          </a:p>
        </p:txBody>
      </p:sp>
      <p:sp>
        <p:nvSpPr>
          <p:cNvPr id="3" name="TextBox 2"/>
          <p:cNvSpPr txBox="1"/>
          <p:nvPr/>
        </p:nvSpPr>
        <p:spPr>
          <a:xfrm>
            <a:off x="731520" y="1188720"/>
            <a:ext cx="8595360" cy="365760"/>
          </a:xfrm>
          <a:prstGeom prst="rect">
            <a:avLst/>
          </a:prstGeom>
          <a:noFill/>
        </p:spPr>
        <p:txBody>
          <a:bodyPr wrap="square">
            <a:spAutoFit/>
          </a:bodyPr>
          <a:lstStyle/>
          <a:p>
            <a:pPr algn="l">
              <a:defRPr sz="1800" b="1">
                <a:solidFill>
                  <a:srgbClr val="F08040"/>
                </a:solidFill>
                <a:latin typeface="Calibri"/>
              </a:defRPr>
            </a:pPr>
            <a:r>
              <a:t>Teoria</a:t>
            </a:r>
          </a:p>
        </p:txBody>
      </p:sp>
      <p:sp>
        <p:nvSpPr>
          <p:cNvPr id="4" name="TextBox 3"/>
          <p:cNvSpPr txBox="1"/>
          <p:nvPr/>
        </p:nvSpPr>
        <p:spPr>
          <a:xfrm>
            <a:off x="731520" y="1645920"/>
            <a:ext cx="3840480" cy="3200400"/>
          </a:xfrm>
          <a:prstGeom prst="rect">
            <a:avLst/>
          </a:prstGeom>
          <a:noFill/>
        </p:spPr>
        <p:txBody>
          <a:bodyPr wrap="square">
            <a:spAutoFit/>
          </a:bodyPr>
          <a:lstStyle/>
          <a:p>
            <a:pPr algn="l">
              <a:spcAft>
                <a:spcPts val="1300"/>
              </a:spcAft>
              <a:defRPr sz="1500">
                <a:solidFill>
                  <a:srgbClr val="FFFFFF"/>
                </a:solidFill>
                <a:latin typeface="Calibri"/>
              </a:defRPr>
            </a:pPr>
            <a:r>
              <a:t>•  Pattern MATCH avanzati</a:t>
            </a:r>
          </a:p>
          <a:p>
            <a:pPr algn="l">
              <a:spcAft>
                <a:spcPts val="1300"/>
              </a:spcAft>
              <a:defRPr sz="1500">
                <a:solidFill>
                  <a:srgbClr val="FFFFFF"/>
                </a:solidFill>
                <a:latin typeface="Calibri"/>
              </a:defRPr>
            </a:pPr>
            <a:r>
              <a:t>•  MERGE vs CREATE: idempotenza</a:t>
            </a:r>
          </a:p>
          <a:p>
            <a:pPr algn="l">
              <a:spcAft>
                <a:spcPts val="1300"/>
              </a:spcAft>
              <a:defRPr sz="1500">
                <a:solidFill>
                  <a:srgbClr val="FFFFFF"/>
                </a:solidFill>
                <a:latin typeface="Calibri"/>
              </a:defRPr>
            </a:pPr>
            <a:r>
              <a:t>•  Filtri WHERE (AND, OR, IN, CONTAINS)</a:t>
            </a:r>
          </a:p>
          <a:p>
            <a:pPr algn="l">
              <a:spcAft>
                <a:spcPts val="1300"/>
              </a:spcAft>
              <a:defRPr sz="1500">
                <a:solidFill>
                  <a:srgbClr val="FFFFFF"/>
                </a:solidFill>
                <a:latin typeface="Calibri"/>
              </a:defRPr>
            </a:pPr>
            <a:r>
              <a:t>•  Aggregazioni: COUNT, COLLECT, AVG</a:t>
            </a:r>
          </a:p>
          <a:p>
            <a:pPr algn="l">
              <a:spcAft>
                <a:spcPts val="1300"/>
              </a:spcAft>
              <a:defRPr sz="1500">
                <a:solidFill>
                  <a:srgbClr val="FFFFFF"/>
                </a:solidFill>
                <a:latin typeface="Calibri"/>
              </a:defRPr>
            </a:pPr>
            <a:r>
              <a:t>•  Subquery (CALL { ... })</a:t>
            </a:r>
          </a:p>
        </p:txBody>
      </p:sp>
      <p:sp>
        <p:nvSpPr>
          <p:cNvPr id="5" name="TextBox 4"/>
          <p:cNvSpPr txBox="1"/>
          <p:nvPr/>
        </p:nvSpPr>
        <p:spPr>
          <a:xfrm>
            <a:off x="4754880" y="1188720"/>
            <a:ext cx="3840480" cy="365760"/>
          </a:xfrm>
          <a:prstGeom prst="rect">
            <a:avLst/>
          </a:prstGeom>
          <a:noFill/>
        </p:spPr>
        <p:txBody>
          <a:bodyPr wrap="square">
            <a:spAutoFit/>
          </a:bodyPr>
          <a:lstStyle/>
          <a:p>
            <a:pPr algn="l">
              <a:defRPr sz="1800" b="1">
                <a:solidFill>
                  <a:srgbClr val="F08040"/>
                </a:solidFill>
                <a:latin typeface="Calibri"/>
              </a:defRPr>
            </a:pPr>
            <a:r>
              <a:t>Pratica</a:t>
            </a:r>
          </a:p>
        </p:txBody>
      </p:sp>
      <p:sp>
        <p:nvSpPr>
          <p:cNvPr id="6" name="TextBox 5"/>
          <p:cNvSpPr txBox="1"/>
          <p:nvPr/>
        </p:nvSpPr>
        <p:spPr>
          <a:xfrm>
            <a:off x="4754880" y="1645920"/>
            <a:ext cx="3840480" cy="3200400"/>
          </a:xfrm>
          <a:prstGeom prst="rect">
            <a:avLst/>
          </a:prstGeom>
          <a:noFill/>
        </p:spPr>
        <p:txBody>
          <a:bodyPr wrap="square">
            <a:spAutoFit/>
          </a:bodyPr>
          <a:lstStyle/>
          <a:p>
            <a:pPr algn="l">
              <a:spcAft>
                <a:spcPts val="1300"/>
              </a:spcAft>
              <a:defRPr sz="1500">
                <a:solidFill>
                  <a:srgbClr val="FFFFFF"/>
                </a:solidFill>
                <a:latin typeface="Calibri"/>
              </a:defRPr>
            </a:pPr>
            <a:r>
              <a:t>•  Date, liste, map in Cypher</a:t>
            </a:r>
          </a:p>
          <a:p>
            <a:pPr algn="l">
              <a:spcAft>
                <a:spcPts val="1300"/>
              </a:spcAft>
              <a:defRPr sz="1500">
                <a:solidFill>
                  <a:srgbClr val="FFFFFF"/>
                </a:solidFill>
                <a:latin typeface="Calibri"/>
              </a:defRPr>
            </a:pPr>
            <a:r>
              <a:t>•  Path a lunghezza variabile</a:t>
            </a:r>
          </a:p>
          <a:p>
            <a:pPr algn="l">
              <a:spcAft>
                <a:spcPts val="1300"/>
              </a:spcAft>
              <a:defRPr sz="1500">
                <a:solidFill>
                  <a:srgbClr val="FFFFFF"/>
                </a:solidFill>
                <a:latin typeface="Calibri"/>
              </a:defRPr>
            </a:pPr>
            <a:r>
              <a:t>•  ShortestPath</a:t>
            </a:r>
          </a:p>
          <a:p>
            <a:pPr algn="l">
              <a:spcAft>
                <a:spcPts val="1300"/>
              </a:spcAft>
              <a:defRPr sz="1500">
                <a:solidFill>
                  <a:srgbClr val="FFFFFF"/>
                </a:solidFill>
                <a:latin typeface="Calibri"/>
              </a:defRPr>
            </a:pPr>
            <a:r>
              <a:t>•  PROFILE / EXPLAIN</a:t>
            </a:r>
          </a:p>
          <a:p>
            <a:pPr algn="l">
              <a:spcAft>
                <a:spcPts val="1300"/>
              </a:spcAft>
              <a:defRPr sz="1500">
                <a:solidFill>
                  <a:srgbClr val="FFFFFF"/>
                </a:solidFill>
                <a:latin typeface="Calibri"/>
              </a:defRPr>
            </a:pPr>
            <a:r>
              <a:t>•  APOC essentials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Recap Sessione 1</a:t>
            </a:r>
          </a:p>
        </p:txBody>
      </p:sp>
      <p:sp>
        <p:nvSpPr>
          <p:cNvPr id="3" name="TextBox 2"/>
          <p:cNvSpPr txBox="1"/>
          <p:nvPr/>
        </p:nvSpPr>
        <p:spPr>
          <a:xfrm>
            <a:off x="731520" y="1143000"/>
            <a:ext cx="8595360" cy="2286000"/>
          </a:xfrm>
          <a:prstGeom prst="rect">
            <a:avLst/>
          </a:prstGeom>
          <a:noFill/>
        </p:spPr>
        <p:txBody>
          <a:bodyPr wrap="square">
            <a:spAutoFit/>
          </a:bodyPr>
          <a:lstStyle/>
          <a:p>
            <a:pPr algn="l">
              <a:spcAft>
                <a:spcPts val="1300"/>
              </a:spcAft>
              <a:defRPr sz="1500">
                <a:solidFill>
                  <a:srgbClr val="FFFFFF"/>
                </a:solidFill>
                <a:latin typeface="Calibri"/>
              </a:defRPr>
            </a:pPr>
            <a:r>
              <a:t>•  Property Graph Model: nodi, relazioni, labels, proprietà</a:t>
            </a:r>
          </a:p>
          <a:p>
            <a:pPr algn="l">
              <a:spcAft>
                <a:spcPts val="1300"/>
              </a:spcAft>
              <a:defRPr sz="1500">
                <a:solidFill>
                  <a:srgbClr val="FFFFFF"/>
                </a:solidFill>
                <a:latin typeface="Calibri"/>
              </a:defRPr>
            </a:pPr>
            <a:r>
              <a:t>•  Connessione a Neo4j con Python Driver</a:t>
            </a:r>
          </a:p>
          <a:p>
            <a:pPr algn="l">
              <a:spcAft>
                <a:spcPts val="1300"/>
              </a:spcAft>
              <a:defRPr sz="1500">
                <a:solidFill>
                  <a:srgbClr val="FFFFFF"/>
                </a:solidFill>
                <a:latin typeface="Calibri"/>
              </a:defRPr>
            </a:pPr>
            <a:r>
              <a:t>•  MATCH + RETURN: pattern matching base</a:t>
            </a:r>
          </a:p>
          <a:p>
            <a:pPr algn="l">
              <a:spcAft>
                <a:spcPts val="1300"/>
              </a:spcAft>
              <a:defRPr sz="1500">
                <a:solidFill>
                  <a:srgbClr val="FFFFFF"/>
                </a:solidFill>
                <a:latin typeface="Calibri"/>
              </a:defRPr>
            </a:pPr>
            <a:r>
              <a:t>•  MERGE / CREATE per scrivere dati</a:t>
            </a:r>
          </a:p>
          <a:p>
            <a:pPr algn="l">
              <a:spcAft>
                <a:spcPts val="1300"/>
              </a:spcAft>
              <a:defRPr sz="1500">
                <a:solidFill>
                  <a:srgbClr val="FFFFFF"/>
                </a:solidFill>
                <a:latin typeface="Calibri"/>
              </a:defRPr>
            </a:pPr>
            <a:r>
              <a:t>•  UNWIND batching per caricamenti bulk</a:t>
            </a:r>
          </a:p>
        </p:txBody>
      </p:sp>
      <p:sp>
        <p:nvSpPr>
          <p:cNvPr id="4" name="Rectangle 3"/>
          <p:cNvSpPr/>
          <p:nvPr/>
        </p:nvSpPr>
        <p:spPr>
          <a:xfrm>
            <a:off x="731520" y="34747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749039"/>
            <a:ext cx="8595360" cy="365760"/>
          </a:xfrm>
          <a:prstGeom prst="rect">
            <a:avLst/>
          </a:prstGeom>
          <a:noFill/>
        </p:spPr>
        <p:txBody>
          <a:bodyPr wrap="square">
            <a:spAutoFit/>
          </a:bodyPr>
          <a:lstStyle/>
          <a:p>
            <a:pPr algn="l">
              <a:defRPr sz="1800" b="1">
                <a:solidFill>
                  <a:srgbClr val="F08040"/>
                </a:solidFill>
                <a:latin typeface="Calibri"/>
              </a:defRPr>
            </a:pPr>
            <a:r>
              <a:t>Org Graph: il nostro dataset di riferimento</a:t>
            </a:r>
          </a:p>
        </p:txBody>
      </p:sp>
      <p:sp>
        <p:nvSpPr>
          <p:cNvPr id="6" name="TextBox 5"/>
          <p:cNvSpPr txBox="1"/>
          <p:nvPr/>
        </p:nvSpPr>
        <p:spPr>
          <a:xfrm>
            <a:off x="731520" y="4206240"/>
            <a:ext cx="8595360" cy="1828800"/>
          </a:xfrm>
          <a:prstGeom prst="rect">
            <a:avLst/>
          </a:prstGeom>
          <a:noFill/>
        </p:spPr>
        <p:txBody>
          <a:bodyPr wrap="square">
            <a:spAutoFit/>
          </a:bodyPr>
          <a:lstStyle/>
          <a:p>
            <a:pPr algn="l">
              <a:spcAft>
                <a:spcPts val="800"/>
              </a:spcAft>
              <a:defRPr sz="1400">
                <a:solidFill>
                  <a:srgbClr val="CCCCCC"/>
                </a:solidFill>
                <a:latin typeface="Calibri"/>
              </a:defRPr>
            </a:pPr>
            <a:r>
              <a:t>•  238 persone, 93 progetti, 55 skill</a:t>
            </a:r>
          </a:p>
          <a:p>
            <a:pPr algn="l">
              <a:spcAft>
                <a:spcPts val="800"/>
              </a:spcAft>
              <a:defRPr sz="1400">
                <a:solidFill>
                  <a:srgbClr val="CCCCCC"/>
                </a:solidFill>
                <a:latin typeface="Calibri"/>
              </a:defRPr>
            </a:pPr>
            <a:r>
              <a:t>•  HAS_SKILL, WORKED_ON, REPORTS_TO</a:t>
            </a:r>
          </a:p>
          <a:p>
            <a:pPr algn="l">
              <a:spcAft>
                <a:spcPts val="800"/>
              </a:spcAft>
              <a:defRPr sz="1400">
                <a:solidFill>
                  <a:srgbClr val="CCCCCC"/>
                </a:solidFill>
                <a:latin typeface="Calibri"/>
              </a:defRPr>
            </a:pPr>
            <a:r>
              <a:t>•  Query di base già scritte in Sessione 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Pattern MATCH Avanzati</a:t>
            </a:r>
          </a:p>
        </p:txBody>
      </p:sp>
      <p:sp>
        <p:nvSpPr>
          <p:cNvPr id="3" name="TextBox 2"/>
          <p:cNvSpPr txBox="1"/>
          <p:nvPr/>
        </p:nvSpPr>
        <p:spPr>
          <a:xfrm>
            <a:off x="731520" y="1051560"/>
            <a:ext cx="8595360" cy="1097280"/>
          </a:xfrm>
          <a:prstGeom prst="rect">
            <a:avLst/>
          </a:prstGeom>
          <a:noFill/>
        </p:spPr>
        <p:txBody>
          <a:bodyPr wrap="square">
            <a:spAutoFit/>
          </a:bodyPr>
          <a:lstStyle/>
          <a:p>
            <a:pPr algn="l">
              <a:spcAft>
                <a:spcPts val="800"/>
              </a:spcAft>
              <a:defRPr sz="1400">
                <a:solidFill>
                  <a:srgbClr val="FFFFFF"/>
                </a:solidFill>
                <a:latin typeface="Calibri"/>
              </a:defRPr>
            </a:pPr>
            <a:r>
              <a:t>•  Match su pattern interi, non solo nodi isolati</a:t>
            </a:r>
          </a:p>
          <a:p>
            <a:pPr algn="l">
              <a:spcAft>
                <a:spcPts val="800"/>
              </a:spcAft>
              <a:defRPr sz="1400">
                <a:solidFill>
                  <a:srgbClr val="FFFFFF"/>
                </a:solidFill>
                <a:latin typeface="Calibri"/>
              </a:defRPr>
            </a:pPr>
            <a:r>
              <a:t>•  Path variables: assegna un percorso a una variabile</a:t>
            </a:r>
          </a:p>
          <a:p>
            <a:pPr algn="l">
              <a:spcAft>
                <a:spcPts val="800"/>
              </a:spcAft>
              <a:defRPr sz="1400">
                <a:solidFill>
                  <a:srgbClr val="FFFFFF"/>
                </a:solidFill>
                <a:latin typeface="Calibri"/>
              </a:defRPr>
            </a:pPr>
            <a:r>
              <a:t>•  Multipli hop: -[:rel*min..max]-&gt;</a:t>
            </a:r>
          </a:p>
          <a:p>
            <a:pPr algn="l">
              <a:spcAft>
                <a:spcPts val="800"/>
              </a:spcAft>
              <a:defRPr sz="1400">
                <a:solidFill>
                  <a:srgbClr val="FFFFFF"/>
                </a:solidFill>
                <a:latin typeface="Calibri"/>
              </a:defRPr>
            </a:pPr>
            <a:r>
              <a:t>•  ShortestPath: cammino minimo tra due nodi</a:t>
            </a:r>
          </a:p>
        </p:txBody>
      </p:sp>
      <p:sp>
        <p:nvSpPr>
          <p:cNvPr id="4" name="Rectangle 3"/>
          <p:cNvSpPr/>
          <p:nvPr/>
        </p:nvSpPr>
        <p:spPr>
          <a:xfrm>
            <a:off x="731520" y="2560320"/>
            <a:ext cx="8595360" cy="36576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2633472"/>
            <a:ext cx="8375904" cy="3511296"/>
          </a:xfrm>
          <a:prstGeom prst="rect">
            <a:avLst/>
          </a:prstGeom>
          <a:noFill/>
        </p:spPr>
        <p:txBody>
          <a:bodyPr wrap="square">
            <a:spAutoFit/>
          </a:bodyPr>
          <a:lstStyle/>
          <a:p>
            <a:pPr>
              <a:spcAft>
                <a:spcPts val="100"/>
              </a:spcAft>
              <a:defRPr sz="1100">
                <a:solidFill>
                  <a:srgbClr val="7EC68E"/>
                </a:solidFill>
                <a:latin typeface="Consolas"/>
              </a:defRPr>
            </a:pPr>
            <a:r>
              <a:t>// Persone che lavorano con qualcuno su un progetto:</a:t>
            </a:r>
          </a:p>
          <a:p>
            <a:pPr>
              <a:spcAft>
                <a:spcPts val="100"/>
              </a:spcAft>
              <a:defRPr sz="1100">
                <a:solidFill>
                  <a:srgbClr val="7EC68E"/>
                </a:solidFill>
                <a:latin typeface="Consolas"/>
              </a:defRPr>
            </a:pPr>
            <a:r>
              <a:t>MATCH (p1:Person)-[:WORKED_ON]-&gt;(proj:Project)</a:t>
            </a:r>
          </a:p>
          <a:p>
            <a:pPr>
              <a:spcAft>
                <a:spcPts val="100"/>
              </a:spcAft>
              <a:defRPr sz="1100">
                <a:solidFill>
                  <a:srgbClr val="7EC68E"/>
                </a:solidFill>
                <a:latin typeface="Consolas"/>
              </a:defRPr>
            </a:pPr>
            <a:r>
              <a:t>      &lt;-[:WORKED_ON]-(p2:Person)</a:t>
            </a:r>
          </a:p>
          <a:p>
            <a:pPr>
              <a:spcAft>
                <a:spcPts val="100"/>
              </a:spcAft>
              <a:defRPr sz="1100">
                <a:solidFill>
                  <a:srgbClr val="7EC68E"/>
                </a:solidFill>
                <a:latin typeface="Consolas"/>
              </a:defRPr>
            </a:pPr>
            <a:r>
              <a:t>RETURN p1.name, p2.name, proj.name</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Person -&gt; Supervisor (riporto diretto):</a:t>
            </a:r>
          </a:p>
          <a:p>
            <a:pPr>
              <a:spcAft>
                <a:spcPts val="100"/>
              </a:spcAft>
              <a:defRPr sz="1100">
                <a:solidFill>
                  <a:srgbClr val="7EC68E"/>
                </a:solidFill>
                <a:latin typeface="Consolas"/>
              </a:defRPr>
            </a:pPr>
            <a:r>
              <a:t>MATCH (p:Person)-[:REPORTS_TO]-&gt;(s:Supervisor)</a:t>
            </a:r>
          </a:p>
          <a:p>
            <a:pPr>
              <a:spcAft>
                <a:spcPts val="100"/>
              </a:spcAft>
              <a:defRPr sz="1100">
                <a:solidFill>
                  <a:srgbClr val="7EC68E"/>
                </a:solidFill>
                <a:latin typeface="Consolas"/>
              </a:defRPr>
            </a:pPr>
            <a:r>
              <a:t>RETURN p.name AS impiegato, s.name AS supervisor</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ShortestPath:</a:t>
            </a:r>
          </a:p>
          <a:p>
            <a:pPr>
              <a:spcAft>
                <a:spcPts val="100"/>
              </a:spcAft>
              <a:defRPr sz="1100">
                <a:solidFill>
                  <a:srgbClr val="7EC68E"/>
                </a:solidFill>
                <a:latin typeface="Consolas"/>
              </a:defRPr>
            </a:pPr>
            <a:r>
              <a:t>MATCH (a:Person {id: 1}), (b:Person {id: 100})</a:t>
            </a:r>
          </a:p>
          <a:p>
            <a:pPr>
              <a:spcAft>
                <a:spcPts val="100"/>
              </a:spcAft>
              <a:defRPr sz="1100">
                <a:solidFill>
                  <a:srgbClr val="7EC68E"/>
                </a:solidFill>
                <a:latin typeface="Consolas"/>
              </a:defRPr>
            </a:pPr>
            <a:r>
              <a:t>RETURN shortestPath((a)-[:WORKED_ON*]-(b)) AS path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MERGE vs CREATE: Idempotenza</a:t>
            </a:r>
          </a:p>
        </p:txBody>
      </p:sp>
      <p:sp>
        <p:nvSpPr>
          <p:cNvPr id="3" name="TextBox 2"/>
          <p:cNvSpPr txBox="1"/>
          <p:nvPr/>
        </p:nvSpPr>
        <p:spPr>
          <a:xfrm>
            <a:off x="731520" y="1051560"/>
            <a:ext cx="8595360" cy="1371600"/>
          </a:xfrm>
          <a:prstGeom prst="rect">
            <a:avLst/>
          </a:prstGeom>
          <a:noFill/>
        </p:spPr>
        <p:txBody>
          <a:bodyPr wrap="square">
            <a:spAutoFit/>
          </a:bodyPr>
          <a:lstStyle/>
          <a:p>
            <a:pPr algn="l">
              <a:spcAft>
                <a:spcPts val="800"/>
              </a:spcAft>
              <a:defRPr sz="1400">
                <a:solidFill>
                  <a:srgbClr val="FFFFFF"/>
                </a:solidFill>
                <a:latin typeface="Calibri"/>
              </a:defRPr>
            </a:pPr>
            <a:r>
              <a:t>•  CREATE — inserisce sempre, fallisce se già esiste (UNIQUE violation)</a:t>
            </a:r>
          </a:p>
          <a:p>
            <a:pPr algn="l">
              <a:spcAft>
                <a:spcPts val="800"/>
              </a:spcAft>
              <a:defRPr sz="1400">
                <a:solidFill>
                  <a:srgbClr val="FFFFFF"/>
                </a:solidFill>
                <a:latin typeface="Calibri"/>
              </a:defRPr>
            </a:pPr>
            <a:r>
              <a:t>•  MERGE — cerca pattern, se non esiste lo crea (match-or-create)</a:t>
            </a:r>
          </a:p>
          <a:p>
            <a:pPr algn="l">
              <a:spcAft>
                <a:spcPts val="800"/>
              </a:spcAft>
              <a:defRPr sz="1400">
                <a:solidFill>
                  <a:srgbClr val="FFFFFF"/>
                </a:solidFill>
                <a:latin typeface="Calibri"/>
              </a:defRPr>
            </a:pPr>
            <a:r>
              <a:t>•  Idempotenza: eseguire N volte produce lo stesso risultato</a:t>
            </a:r>
          </a:p>
          <a:p>
            <a:pPr algn="l">
              <a:spcAft>
                <a:spcPts val="800"/>
              </a:spcAft>
              <a:defRPr sz="1400">
                <a:solidFill>
                  <a:srgbClr val="FFFFFF"/>
                </a:solidFill>
                <a:latin typeface="Calibri"/>
              </a:defRPr>
            </a:pPr>
            <a:r>
              <a:t>•  MERGE su pattern completi (nodo + relazione + nodo)</a:t>
            </a:r>
          </a:p>
        </p:txBody>
      </p:sp>
      <p:sp>
        <p:nvSpPr>
          <p:cNvPr id="4" name="Rectangle 3"/>
          <p:cNvSpPr/>
          <p:nvPr/>
        </p:nvSpPr>
        <p:spPr>
          <a:xfrm>
            <a:off x="731520" y="2743200"/>
            <a:ext cx="8229600" cy="3474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2816352"/>
            <a:ext cx="8010144" cy="3328416"/>
          </a:xfrm>
          <a:prstGeom prst="rect">
            <a:avLst/>
          </a:prstGeom>
          <a:noFill/>
        </p:spPr>
        <p:txBody>
          <a:bodyPr wrap="square">
            <a:spAutoFit/>
          </a:bodyPr>
          <a:lstStyle/>
          <a:p>
            <a:pPr>
              <a:spcAft>
                <a:spcPts val="100"/>
              </a:spcAft>
              <a:defRPr sz="1100">
                <a:solidFill>
                  <a:srgbClr val="7EC68E"/>
                </a:solidFill>
                <a:latin typeface="Consolas"/>
              </a:defRPr>
            </a:pPr>
            <a:r>
              <a:t>// CREATE: fallisce se Person con id=1 già esiste</a:t>
            </a:r>
          </a:p>
          <a:p>
            <a:pPr>
              <a:spcAft>
                <a:spcPts val="100"/>
              </a:spcAft>
              <a:defRPr sz="1100">
                <a:solidFill>
                  <a:srgbClr val="7EC68E"/>
                </a:solidFill>
                <a:latin typeface="Consolas"/>
              </a:defRPr>
            </a:pPr>
            <a:r>
              <a:t>CREATE (p:Person {id: 1, nome: "Alice"});</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MERGE: cerca o crea — sempre sicuro</a:t>
            </a:r>
          </a:p>
          <a:p>
            <a:pPr>
              <a:spcAft>
                <a:spcPts val="100"/>
              </a:spcAft>
              <a:defRPr sz="1100">
                <a:solidFill>
                  <a:srgbClr val="7EC68E"/>
                </a:solidFill>
                <a:latin typeface="Consolas"/>
              </a:defRPr>
            </a:pPr>
            <a:r>
              <a:t>MERGE (p:Person {id: 1})</a:t>
            </a:r>
          </a:p>
          <a:p>
            <a:pPr>
              <a:spcAft>
                <a:spcPts val="100"/>
              </a:spcAft>
              <a:defRPr sz="1100">
                <a:solidFill>
                  <a:srgbClr val="7EC68E"/>
                </a:solidFill>
                <a:latin typeface="Consolas"/>
              </a:defRPr>
            </a:pPr>
            <a:r>
              <a:t>  SET p.name = "Alice";</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MERGE su relazione:</a:t>
            </a:r>
          </a:p>
          <a:p>
            <a:pPr>
              <a:spcAft>
                <a:spcPts val="100"/>
              </a:spcAft>
              <a:defRPr sz="1100">
                <a:solidFill>
                  <a:srgbClr val="7EC68E"/>
                </a:solidFill>
                <a:latin typeface="Consolas"/>
              </a:defRPr>
            </a:pPr>
            <a:r>
              <a:t>MATCH (p:Person {id: 1}), (s:Skill {nome: "Python"})</a:t>
            </a:r>
          </a:p>
          <a:p>
            <a:pPr>
              <a:spcAft>
                <a:spcPts val="100"/>
              </a:spcAft>
              <a:defRPr sz="1100">
                <a:solidFill>
                  <a:srgbClr val="7EC68E"/>
                </a:solidFill>
                <a:latin typeface="Consolas"/>
              </a:defRPr>
            </a:pPr>
            <a:r>
              <a:t>MERGE (p)-[h:HAS_SKILL]-&gt;(s)</a:t>
            </a:r>
          </a:p>
          <a:p>
            <a:pPr>
              <a:spcAft>
                <a:spcPts val="100"/>
              </a:spcAft>
              <a:defRPr sz="1100">
                <a:solidFill>
                  <a:srgbClr val="7EC68E"/>
                </a:solidFill>
                <a:latin typeface="Consolas"/>
              </a:defRPr>
            </a:pPr>
            <a:r>
              <a:t>  SET h.proficiency = "Senior";</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Attenzione: MERGE non separa match da create</a:t>
            </a:r>
          </a:p>
          <a:p>
            <a:pPr>
              <a:spcAft>
                <a:spcPts val="100"/>
              </a:spcAft>
              <a:defRPr sz="1100">
                <a:solidFill>
                  <a:srgbClr val="7EC68E"/>
                </a:solidFill>
                <a:latin typeface="Consolas"/>
              </a:defRPr>
            </a:pPr>
            <a:r>
              <a:t>// Usa ON MATCH SET / ON CREATE SET per distinguere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Filtri WHERE Avanzati</a:t>
            </a:r>
          </a:p>
        </p:txBody>
      </p:sp>
      <p:sp>
        <p:nvSpPr>
          <p:cNvPr id="3" name="TextBox 2"/>
          <p:cNvSpPr txBox="1"/>
          <p:nvPr/>
        </p:nvSpPr>
        <p:spPr>
          <a:xfrm>
            <a:off x="731520" y="1051560"/>
            <a:ext cx="8595360" cy="1371600"/>
          </a:xfrm>
          <a:prstGeom prst="rect">
            <a:avLst/>
          </a:prstGeom>
          <a:noFill/>
        </p:spPr>
        <p:txBody>
          <a:bodyPr wrap="square">
            <a:spAutoFit/>
          </a:bodyPr>
          <a:lstStyle/>
          <a:p>
            <a:pPr algn="l">
              <a:spcAft>
                <a:spcPts val="800"/>
              </a:spcAft>
              <a:defRPr sz="1400">
                <a:solidFill>
                  <a:srgbClr val="FFFFFF"/>
                </a:solidFill>
                <a:latin typeface="Calibri"/>
              </a:defRPr>
            </a:pPr>
            <a:r>
              <a:t>•  AND, OR, NOT per combinare condizioni</a:t>
            </a:r>
          </a:p>
          <a:p>
            <a:pPr algn="l">
              <a:spcAft>
                <a:spcPts val="800"/>
              </a:spcAft>
              <a:defRPr sz="1400">
                <a:solidFill>
                  <a:srgbClr val="FFFFFF"/>
                </a:solidFill>
                <a:latin typeface="Calibri"/>
              </a:defRPr>
            </a:pPr>
            <a:r>
              <a:t>•  IN per liste: WHERE p.location IN ('Roma', 'Milano')</a:t>
            </a:r>
          </a:p>
          <a:p>
            <a:pPr algn="l">
              <a:spcAft>
                <a:spcPts val="800"/>
              </a:spcAft>
              <a:defRPr sz="1400">
                <a:solidFill>
                  <a:srgbClr val="FFFFFF"/>
                </a:solidFill>
                <a:latin typeface="Calibri"/>
              </a:defRPr>
            </a:pPr>
            <a:r>
              <a:t>•  CONTAINS, STARTS WITH, ENDS WITH per stringhe</a:t>
            </a:r>
          </a:p>
          <a:p>
            <a:pPr algn="l">
              <a:spcAft>
                <a:spcPts val="800"/>
              </a:spcAft>
              <a:defRPr sz="1400">
                <a:solidFill>
                  <a:srgbClr val="FFFFFF"/>
                </a:solidFill>
                <a:latin typeface="Calibri"/>
              </a:defRPr>
            </a:pPr>
            <a:r>
              <a:t>•  IS NULL / IS NOT NULL per valori mancanti</a:t>
            </a:r>
          </a:p>
        </p:txBody>
      </p:sp>
      <p:sp>
        <p:nvSpPr>
          <p:cNvPr id="4" name="Rectangle 3"/>
          <p:cNvSpPr/>
          <p:nvPr/>
        </p:nvSpPr>
        <p:spPr>
          <a:xfrm>
            <a:off x="731520" y="2743200"/>
            <a:ext cx="8595360" cy="3474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2816352"/>
            <a:ext cx="8375904" cy="3328416"/>
          </a:xfrm>
          <a:prstGeom prst="rect">
            <a:avLst/>
          </a:prstGeom>
          <a:noFill/>
        </p:spPr>
        <p:txBody>
          <a:bodyPr wrap="square">
            <a:spAutoFit/>
          </a:bodyPr>
          <a:lstStyle/>
          <a:p>
            <a:pPr>
              <a:spcAft>
                <a:spcPts val="100"/>
              </a:spcAft>
              <a:defRPr sz="1100">
                <a:solidFill>
                  <a:srgbClr val="7EC68E"/>
                </a:solidFill>
                <a:latin typeface="Consolas"/>
              </a:defRPr>
            </a:pPr>
            <a:r>
              <a:t>// Combinazioni AND / OR:</a:t>
            </a:r>
          </a:p>
          <a:p>
            <a:pPr>
              <a:spcAft>
                <a:spcPts val="100"/>
              </a:spcAft>
              <a:defRPr sz="1100">
                <a:solidFill>
                  <a:srgbClr val="7EC68E"/>
                </a:solidFill>
                <a:latin typeface="Consolas"/>
              </a:defRPr>
            </a:pPr>
            <a:r>
              <a:t>MATCH (p:Person)</a:t>
            </a:r>
          </a:p>
          <a:p>
            <a:pPr>
              <a:spcAft>
                <a:spcPts val="100"/>
              </a:spcAft>
              <a:defRPr sz="1100">
                <a:solidFill>
                  <a:srgbClr val="7EC68E"/>
                </a:solidFill>
                <a:latin typeface="Consolas"/>
              </a:defRPr>
            </a:pPr>
            <a:r>
              <a:t>WHERE (p.location = "Roma" OR p.location = "Milano")</a:t>
            </a:r>
          </a:p>
          <a:p>
            <a:pPr>
              <a:spcAft>
                <a:spcPts val="100"/>
              </a:spcAft>
              <a:defRPr sz="1100">
                <a:solidFill>
                  <a:srgbClr val="7EC68E"/>
                </a:solidFill>
                <a:latin typeface="Consolas"/>
              </a:defRPr>
            </a:pPr>
            <a:r>
              <a:t>  AND p.eta &gt;= 30</a:t>
            </a:r>
          </a:p>
          <a:p>
            <a:pPr>
              <a:spcAft>
                <a:spcPts val="100"/>
              </a:spcAft>
              <a:defRPr sz="1100">
                <a:solidFill>
                  <a:srgbClr val="7EC68E"/>
                </a:solidFill>
                <a:latin typeface="Consolas"/>
              </a:defRPr>
            </a:pPr>
            <a:r>
              <a:t>RETURN p.name, p.location, p.eta;</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Ricerca testuale:</a:t>
            </a:r>
          </a:p>
          <a:p>
            <a:pPr>
              <a:spcAft>
                <a:spcPts val="100"/>
              </a:spcAft>
              <a:defRPr sz="1100">
                <a:solidFill>
                  <a:srgbClr val="7EC68E"/>
                </a:solidFill>
                <a:latin typeface="Consolas"/>
              </a:defRPr>
            </a:pPr>
            <a:r>
              <a:t>MATCH (s:Skill)</a:t>
            </a:r>
          </a:p>
          <a:p>
            <a:pPr>
              <a:spcAft>
                <a:spcPts val="100"/>
              </a:spcAft>
              <a:defRPr sz="1100">
                <a:solidFill>
                  <a:srgbClr val="7EC68E"/>
                </a:solidFill>
                <a:latin typeface="Consolas"/>
              </a:defRPr>
            </a:pPr>
            <a:r>
              <a:t>WHERE s.name CONTAINS "cloud"</a:t>
            </a:r>
          </a:p>
          <a:p>
            <a:pPr>
              <a:spcAft>
                <a:spcPts val="100"/>
              </a:spcAft>
              <a:defRPr sz="1100">
                <a:solidFill>
                  <a:srgbClr val="7EC68E"/>
                </a:solidFill>
                <a:latin typeface="Consolas"/>
              </a:defRPr>
            </a:pPr>
            <a:r>
              <a:t>RETURN s.name;</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Esclusione:</a:t>
            </a:r>
          </a:p>
          <a:p>
            <a:pPr>
              <a:spcAft>
                <a:spcPts val="100"/>
              </a:spcAft>
              <a:defRPr sz="1100">
                <a:solidFill>
                  <a:srgbClr val="7EC68E"/>
                </a:solidFill>
                <a:latin typeface="Consolas"/>
              </a:defRPr>
            </a:pPr>
            <a:r>
              <a:t>MATCH (p:Person)</a:t>
            </a:r>
          </a:p>
          <a:p>
            <a:pPr>
              <a:spcAft>
                <a:spcPts val="100"/>
              </a:spcAft>
              <a:defRPr sz="1100">
                <a:solidFill>
                  <a:srgbClr val="7EC68E"/>
                </a:solidFill>
                <a:latin typeface="Consolas"/>
              </a:defRPr>
            </a:pPr>
            <a:r>
              <a:t>WHERE NOT p.location IN ("Roma", "Milano")</a:t>
            </a:r>
          </a:p>
          <a:p>
            <a:pPr>
              <a:spcAft>
                <a:spcPts val="100"/>
              </a:spcAft>
              <a:defRPr sz="1100">
                <a:solidFill>
                  <a:srgbClr val="7EC68E"/>
                </a:solidFill>
                <a:latin typeface="Consolas"/>
              </a:defRPr>
            </a:pPr>
            <a:r>
              <a:t>RETURN p.name, p.location;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Aggregazioni</a:t>
            </a:r>
          </a:p>
        </p:txBody>
      </p:sp>
      <p:sp>
        <p:nvSpPr>
          <p:cNvPr id="3" name="TextBox 2"/>
          <p:cNvSpPr txBox="1"/>
          <p:nvPr/>
        </p:nvSpPr>
        <p:spPr>
          <a:xfrm>
            <a:off x="731520" y="1051560"/>
            <a:ext cx="8595360" cy="1371600"/>
          </a:xfrm>
          <a:prstGeom prst="rect">
            <a:avLst/>
          </a:prstGeom>
          <a:noFill/>
        </p:spPr>
        <p:txBody>
          <a:bodyPr wrap="square">
            <a:spAutoFit/>
          </a:bodyPr>
          <a:lstStyle/>
          <a:p>
            <a:pPr algn="l">
              <a:spcAft>
                <a:spcPts val="800"/>
              </a:spcAft>
              <a:defRPr sz="1400">
                <a:solidFill>
                  <a:srgbClr val="FFFFFF"/>
                </a:solidFill>
                <a:latin typeface="Calibri"/>
              </a:defRPr>
            </a:pPr>
            <a:r>
              <a:t>•  COUNT(*) — conta righe; COUNT(expr) — conta non-null</a:t>
            </a:r>
          </a:p>
          <a:p>
            <a:pPr algn="l">
              <a:spcAft>
                <a:spcPts val="800"/>
              </a:spcAft>
              <a:defRPr sz="1400">
                <a:solidFill>
                  <a:srgbClr val="FFFFFF"/>
                </a:solidFill>
                <a:latin typeface="Calibri"/>
              </a:defRPr>
            </a:pPr>
            <a:r>
              <a:t>•  COLLECT(expr) — raccoglie in lista</a:t>
            </a:r>
          </a:p>
          <a:p>
            <a:pPr algn="l">
              <a:spcAft>
                <a:spcPts val="800"/>
              </a:spcAft>
              <a:defRPr sz="1400">
                <a:solidFill>
                  <a:srgbClr val="FFFFFF"/>
                </a:solidFill>
                <a:latin typeface="Calibri"/>
              </a:defRPr>
            </a:pPr>
            <a:r>
              <a:t>•  AVG, SUM, MIN, MAX — statistiche su proprietà numeriche</a:t>
            </a:r>
          </a:p>
          <a:p>
            <a:pPr algn="l">
              <a:spcAft>
                <a:spcPts val="800"/>
              </a:spcAft>
              <a:defRPr sz="1400">
                <a:solidFill>
                  <a:srgbClr val="FFFFFF"/>
                </a:solidFill>
                <a:latin typeface="Calibri"/>
              </a:defRPr>
            </a:pPr>
            <a:r>
              <a:t>•  Le aggregate senza GROUP BY esplicito — le colonne non aggregate fanno da grouping key</a:t>
            </a:r>
          </a:p>
        </p:txBody>
      </p:sp>
      <p:sp>
        <p:nvSpPr>
          <p:cNvPr id="4" name="Rectangle 3"/>
          <p:cNvSpPr/>
          <p:nvPr/>
        </p:nvSpPr>
        <p:spPr>
          <a:xfrm>
            <a:off x="731520" y="2743200"/>
            <a:ext cx="8595360" cy="3474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2816352"/>
            <a:ext cx="8375904" cy="3328416"/>
          </a:xfrm>
          <a:prstGeom prst="rect">
            <a:avLst/>
          </a:prstGeom>
          <a:noFill/>
        </p:spPr>
        <p:txBody>
          <a:bodyPr wrap="square">
            <a:spAutoFit/>
          </a:bodyPr>
          <a:lstStyle/>
          <a:p>
            <a:pPr>
              <a:spcAft>
                <a:spcPts val="100"/>
              </a:spcAft>
              <a:defRPr sz="1100">
                <a:solidFill>
                  <a:srgbClr val="7EC68E"/>
                </a:solidFill>
                <a:latin typeface="Consolas"/>
              </a:defRPr>
            </a:pPr>
            <a:r>
              <a:t>// Skill con conteggio persone:</a:t>
            </a:r>
          </a:p>
          <a:p>
            <a:pPr>
              <a:spcAft>
                <a:spcPts val="100"/>
              </a:spcAft>
              <a:defRPr sz="1100">
                <a:solidFill>
                  <a:srgbClr val="7EC68E"/>
                </a:solidFill>
                <a:latin typeface="Consolas"/>
              </a:defRPr>
            </a:pPr>
            <a:r>
              <a:t>MATCH (p:Person)-[:HAS_SKILL]-&gt;(s:Skill)</a:t>
            </a:r>
          </a:p>
          <a:p>
            <a:pPr>
              <a:spcAft>
                <a:spcPts val="100"/>
              </a:spcAft>
              <a:defRPr sz="1100">
                <a:solidFill>
                  <a:srgbClr val="7EC68E"/>
                </a:solidFill>
                <a:latin typeface="Consolas"/>
              </a:defRPr>
            </a:pPr>
            <a:r>
              <a:t>RETURN s.name, count(*) AS persone</a:t>
            </a:r>
          </a:p>
          <a:p>
            <a:pPr>
              <a:spcAft>
                <a:spcPts val="100"/>
              </a:spcAft>
              <a:defRPr sz="1100">
                <a:solidFill>
                  <a:srgbClr val="7EC68E"/>
                </a:solidFill>
                <a:latin typeface="Consolas"/>
              </a:defRPr>
            </a:pPr>
            <a:r>
              <a:t>ORDER BY persone DESC LIMIT 10;</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Livello medio per skill:</a:t>
            </a:r>
          </a:p>
          <a:p>
            <a:pPr>
              <a:spcAft>
                <a:spcPts val="100"/>
              </a:spcAft>
              <a:defRPr sz="1100">
                <a:solidFill>
                  <a:srgbClr val="7EC68E"/>
                </a:solidFill>
                <a:latin typeface="Consolas"/>
              </a:defRPr>
            </a:pPr>
            <a:r>
              <a:t>MATCH (p:Person)-[h:HAS_SKILL]-&gt;(s:Skill)</a:t>
            </a:r>
          </a:p>
          <a:p>
            <a:pPr>
              <a:spcAft>
                <a:spcPts val="100"/>
              </a:spcAft>
              <a:defRPr sz="1100">
                <a:solidFill>
                  <a:srgbClr val="7EC68E"/>
                </a:solidFill>
                <a:latin typeface="Consolas"/>
              </a:defRPr>
            </a:pPr>
            <a:r>
              <a:t>RETURN s.name, avg(h.proficiency) AS media</a:t>
            </a:r>
          </a:p>
          <a:p>
            <a:pPr>
              <a:spcAft>
                <a:spcPts val="100"/>
              </a:spcAft>
              <a:defRPr sz="1100">
                <a:solidFill>
                  <a:srgbClr val="7EC68E"/>
                </a:solidFill>
                <a:latin typeface="Consolas"/>
              </a:defRPr>
            </a:pPr>
            <a:r>
              <a:t>ORDER BY media DESC;</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COLLECT: progetti per persona:</a:t>
            </a:r>
          </a:p>
          <a:p>
            <a:pPr>
              <a:spcAft>
                <a:spcPts val="100"/>
              </a:spcAft>
              <a:defRPr sz="1100">
                <a:solidFill>
                  <a:srgbClr val="7EC68E"/>
                </a:solidFill>
                <a:latin typeface="Consolas"/>
              </a:defRPr>
            </a:pPr>
            <a:r>
              <a:t>MATCH (p:Person)-[:WORKED_ON]-&gt;(proj:Project)</a:t>
            </a:r>
          </a:p>
          <a:p>
            <a:pPr>
              <a:spcAft>
                <a:spcPts val="100"/>
              </a:spcAft>
              <a:defRPr sz="1100">
                <a:solidFill>
                  <a:srgbClr val="7EC68E"/>
                </a:solidFill>
                <a:latin typeface="Consolas"/>
              </a:defRPr>
            </a:pPr>
            <a:r>
              <a:t>RETURN p.name, collect(proj.name) AS progetti;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Ordinamento e Paginazione</a:t>
            </a:r>
          </a:p>
        </p:txBody>
      </p:sp>
      <p:sp>
        <p:nvSpPr>
          <p:cNvPr id="3" name="TextBox 2"/>
          <p:cNvSpPr txBox="1"/>
          <p:nvPr/>
        </p:nvSpPr>
        <p:spPr>
          <a:xfrm>
            <a:off x="731520" y="1051560"/>
            <a:ext cx="8595360" cy="1371600"/>
          </a:xfrm>
          <a:prstGeom prst="rect">
            <a:avLst/>
          </a:prstGeom>
          <a:noFill/>
        </p:spPr>
        <p:txBody>
          <a:bodyPr wrap="square">
            <a:spAutoFit/>
          </a:bodyPr>
          <a:lstStyle/>
          <a:p>
            <a:pPr algn="l">
              <a:spcAft>
                <a:spcPts val="800"/>
              </a:spcAft>
              <a:defRPr sz="1400">
                <a:solidFill>
                  <a:srgbClr val="FFFFFF"/>
                </a:solidFill>
                <a:latin typeface="Calibri"/>
              </a:defRPr>
            </a:pPr>
            <a:r>
              <a:t>•  ORDER BY ... ASC (default) / DESC</a:t>
            </a:r>
          </a:p>
          <a:p>
            <a:pPr algn="l">
              <a:spcAft>
                <a:spcPts val="800"/>
              </a:spcAft>
              <a:defRPr sz="1400">
                <a:solidFill>
                  <a:srgbClr val="FFFFFF"/>
                </a:solidFill>
                <a:latin typeface="Calibri"/>
              </a:defRPr>
            </a:pPr>
            <a:r>
              <a:t>•  Multiplo: ORDER BY eta DESC, nome ASC</a:t>
            </a:r>
          </a:p>
          <a:p>
            <a:pPr algn="l">
              <a:spcAft>
                <a:spcPts val="800"/>
              </a:spcAft>
              <a:defRPr sz="1400">
                <a:solidFill>
                  <a:srgbClr val="FFFFFF"/>
                </a:solidFill>
                <a:latin typeface="Calibri"/>
              </a:defRPr>
            </a:pPr>
            <a:r>
              <a:t>•  LIMIT n — prime n righe</a:t>
            </a:r>
          </a:p>
          <a:p>
            <a:pPr algn="l">
              <a:spcAft>
                <a:spcPts val="800"/>
              </a:spcAft>
              <a:defRPr sz="1400">
                <a:solidFill>
                  <a:srgbClr val="FFFFFF"/>
                </a:solidFill>
                <a:latin typeface="Calibri"/>
              </a:defRPr>
            </a:pPr>
            <a:r>
              <a:t>•  SKIP n — salta n righe (per paginazione)</a:t>
            </a:r>
          </a:p>
        </p:txBody>
      </p:sp>
      <p:sp>
        <p:nvSpPr>
          <p:cNvPr id="4" name="Rectangle 3"/>
          <p:cNvSpPr/>
          <p:nvPr/>
        </p:nvSpPr>
        <p:spPr>
          <a:xfrm>
            <a:off x="731520" y="2743200"/>
            <a:ext cx="8595360" cy="3474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2816352"/>
            <a:ext cx="8375904" cy="3328416"/>
          </a:xfrm>
          <a:prstGeom prst="rect">
            <a:avLst/>
          </a:prstGeom>
          <a:noFill/>
        </p:spPr>
        <p:txBody>
          <a:bodyPr wrap="square">
            <a:spAutoFit/>
          </a:bodyPr>
          <a:lstStyle/>
          <a:p>
            <a:pPr>
              <a:spcAft>
                <a:spcPts val="100"/>
              </a:spcAft>
              <a:defRPr sz="1100">
                <a:solidFill>
                  <a:srgbClr val="7EC68E"/>
                </a:solidFill>
                <a:latin typeface="Consolas"/>
              </a:defRPr>
            </a:pPr>
            <a:r>
              <a:t>// Top 5 skill più comuni:</a:t>
            </a:r>
          </a:p>
          <a:p>
            <a:pPr>
              <a:spcAft>
                <a:spcPts val="100"/>
              </a:spcAft>
              <a:defRPr sz="1100">
                <a:solidFill>
                  <a:srgbClr val="7EC68E"/>
                </a:solidFill>
                <a:latin typeface="Consolas"/>
              </a:defRPr>
            </a:pPr>
            <a:r>
              <a:t>MATCH (p:Person)-[:HAS_SKILL]-&gt;(s:Skill)</a:t>
            </a:r>
          </a:p>
          <a:p>
            <a:pPr>
              <a:spcAft>
                <a:spcPts val="100"/>
              </a:spcAft>
              <a:defRPr sz="1100">
                <a:solidFill>
                  <a:srgbClr val="7EC68E"/>
                </a:solidFill>
                <a:latin typeface="Consolas"/>
              </a:defRPr>
            </a:pPr>
            <a:r>
              <a:t>RETURN s.name, count(*) AS cnt</a:t>
            </a:r>
          </a:p>
          <a:p>
            <a:pPr>
              <a:spcAft>
                <a:spcPts val="100"/>
              </a:spcAft>
              <a:defRPr sz="1100">
                <a:solidFill>
                  <a:srgbClr val="7EC68E"/>
                </a:solidFill>
                <a:latin typeface="Consolas"/>
              </a:defRPr>
            </a:pPr>
            <a:r>
              <a:t>ORDER BY cnt DESC LIMIT 5;</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Paginazione (pagina 3, 10 risultati):</a:t>
            </a:r>
          </a:p>
          <a:p>
            <a:pPr>
              <a:spcAft>
                <a:spcPts val="100"/>
              </a:spcAft>
              <a:defRPr sz="1100">
                <a:solidFill>
                  <a:srgbClr val="7EC68E"/>
                </a:solidFill>
                <a:latin typeface="Consolas"/>
              </a:defRPr>
            </a:pPr>
            <a:r>
              <a:t>MATCH (p:Person)-[:HAS_SKILL]-&gt;(s:Skill)</a:t>
            </a:r>
          </a:p>
          <a:p>
            <a:pPr>
              <a:spcAft>
                <a:spcPts val="100"/>
              </a:spcAft>
              <a:defRPr sz="1100">
                <a:solidFill>
                  <a:srgbClr val="7EC68E"/>
                </a:solidFill>
                <a:latin typeface="Consolas"/>
              </a:defRPr>
            </a:pPr>
            <a:r>
              <a:t>RETURN p.name, collect(s.name) AS skills</a:t>
            </a:r>
          </a:p>
          <a:p>
            <a:pPr>
              <a:spcAft>
                <a:spcPts val="100"/>
              </a:spcAft>
              <a:defRPr sz="1100">
                <a:solidFill>
                  <a:srgbClr val="7EC68E"/>
                </a:solidFill>
                <a:latin typeface="Consolas"/>
              </a:defRPr>
            </a:pPr>
            <a:r>
              <a:t>ORDER BY p.name</a:t>
            </a:r>
          </a:p>
          <a:p>
            <a:pPr>
              <a:spcAft>
                <a:spcPts val="100"/>
              </a:spcAft>
              <a:defRPr sz="1100">
                <a:solidFill>
                  <a:srgbClr val="7EC68E"/>
                </a:solidFill>
                <a:latin typeface="Consolas"/>
              </a:defRPr>
            </a:pPr>
            <a:r>
              <a:t>SKIP 20 LIMIT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Subquery con CALL { ... }</a:t>
            </a:r>
          </a:p>
        </p:txBody>
      </p:sp>
      <p:sp>
        <p:nvSpPr>
          <p:cNvPr id="3" name="TextBox 2"/>
          <p:cNvSpPr txBox="1"/>
          <p:nvPr/>
        </p:nvSpPr>
        <p:spPr>
          <a:xfrm>
            <a:off x="731520" y="1051560"/>
            <a:ext cx="8595360" cy="1371600"/>
          </a:xfrm>
          <a:prstGeom prst="rect">
            <a:avLst/>
          </a:prstGeom>
          <a:noFill/>
        </p:spPr>
        <p:txBody>
          <a:bodyPr wrap="square">
            <a:spAutoFit/>
          </a:bodyPr>
          <a:lstStyle/>
          <a:p>
            <a:pPr algn="l">
              <a:spcAft>
                <a:spcPts val="800"/>
              </a:spcAft>
              <a:defRPr sz="1400">
                <a:solidFill>
                  <a:srgbClr val="FFFFFF"/>
                </a:solidFill>
                <a:latin typeface="Calibri"/>
              </a:defRPr>
            </a:pPr>
            <a:r>
              <a:t>•  CALL { subquery } — esegue una query nel contesto corrente</a:t>
            </a:r>
          </a:p>
          <a:p>
            <a:pPr algn="l">
              <a:spcAft>
                <a:spcPts val="800"/>
              </a:spcAft>
              <a:defRPr sz="1400">
                <a:solidFill>
                  <a:srgbClr val="FFFFFF"/>
                </a:solidFill>
                <a:latin typeface="Calibri"/>
              </a:defRPr>
            </a:pPr>
            <a:r>
              <a:t>•  Utile per UNION, COUNT su pattern multipli</a:t>
            </a:r>
          </a:p>
          <a:p>
            <a:pPr algn="l">
              <a:spcAft>
                <a:spcPts val="800"/>
              </a:spcAft>
              <a:defRPr sz="1400">
                <a:solidFill>
                  <a:srgbClr val="FFFFFF"/>
                </a:solidFill>
                <a:latin typeface="Calibri"/>
              </a:defRPr>
            </a:pPr>
            <a:r>
              <a:t>•  Subquery correlate (riferiscono variabili esterne)</a:t>
            </a:r>
          </a:p>
          <a:p>
            <a:pPr algn="l">
              <a:spcAft>
                <a:spcPts val="800"/>
              </a:spcAft>
              <a:defRPr sz="1400">
                <a:solidFill>
                  <a:srgbClr val="FFFFFF"/>
                </a:solidFill>
                <a:latin typeface="Calibri"/>
              </a:defRPr>
            </a:pPr>
            <a:r>
              <a:t>•  Equivalente a WITH + combinazione, ma più leggibile</a:t>
            </a:r>
          </a:p>
        </p:txBody>
      </p:sp>
      <p:sp>
        <p:nvSpPr>
          <p:cNvPr id="4" name="Rectangle 3"/>
          <p:cNvSpPr/>
          <p:nvPr/>
        </p:nvSpPr>
        <p:spPr>
          <a:xfrm>
            <a:off x="731520" y="2743200"/>
            <a:ext cx="8595360" cy="3474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2816352"/>
            <a:ext cx="8375904" cy="3328416"/>
          </a:xfrm>
          <a:prstGeom prst="rect">
            <a:avLst/>
          </a:prstGeom>
          <a:noFill/>
        </p:spPr>
        <p:txBody>
          <a:bodyPr wrap="square">
            <a:spAutoFit/>
          </a:bodyPr>
          <a:lstStyle/>
          <a:p>
            <a:pPr>
              <a:spcAft>
                <a:spcPts val="100"/>
              </a:spcAft>
              <a:defRPr sz="1100">
                <a:solidFill>
                  <a:srgbClr val="7EC68E"/>
                </a:solidFill>
                <a:latin typeface="Consolas"/>
              </a:defRPr>
            </a:pPr>
            <a:r>
              <a:t>// UNION: skill e progetti in un’unica lista:</a:t>
            </a:r>
          </a:p>
          <a:p>
            <a:pPr>
              <a:spcAft>
                <a:spcPts val="100"/>
              </a:spcAft>
              <a:defRPr sz="1100">
                <a:solidFill>
                  <a:srgbClr val="7EC68E"/>
                </a:solidFill>
                <a:latin typeface="Consolas"/>
              </a:defRPr>
            </a:pPr>
            <a:r>
              <a:t>CALL { MATCH (s:Skill) RETURN s.name AS nome, "Skill" AS tipo }</a:t>
            </a:r>
          </a:p>
          <a:p>
            <a:pPr>
              <a:spcAft>
                <a:spcPts val="100"/>
              </a:spcAft>
              <a:defRPr sz="1100">
                <a:solidFill>
                  <a:srgbClr val="7EC68E"/>
                </a:solidFill>
                <a:latin typeface="Consolas"/>
              </a:defRPr>
            </a:pPr>
            <a:r>
              <a:t>UNION</a:t>
            </a:r>
          </a:p>
          <a:p>
            <a:pPr>
              <a:spcAft>
                <a:spcPts val="100"/>
              </a:spcAft>
              <a:defRPr sz="1100">
                <a:solidFill>
                  <a:srgbClr val="7EC68E"/>
                </a:solidFill>
                <a:latin typeface="Consolas"/>
              </a:defRPr>
            </a:pPr>
            <a:r>
              <a:t>CALL { MATCH (p:Project) RETURN p.name AS nome, "Progetto" AS tipo }</a:t>
            </a:r>
          </a:p>
          <a:p>
            <a:pPr>
              <a:spcAft>
                <a:spcPts val="100"/>
              </a:spcAft>
              <a:defRPr sz="1100">
                <a:solidFill>
                  <a:srgbClr val="7EC68E"/>
                </a:solidFill>
                <a:latin typeface="Consolas"/>
              </a:defRPr>
            </a:pPr>
            <a:r>
              <a:t>RETURN nome, tipo ORDER BY nome;</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Conteggi multipli per persona (subquery correlate):</a:t>
            </a:r>
          </a:p>
          <a:p>
            <a:pPr>
              <a:spcAft>
                <a:spcPts val="100"/>
              </a:spcAft>
              <a:defRPr sz="1100">
                <a:solidFill>
                  <a:srgbClr val="7EC68E"/>
                </a:solidFill>
                <a:latin typeface="Consolas"/>
              </a:defRPr>
            </a:pPr>
            <a:r>
              <a:t>MATCH (p:Person)</a:t>
            </a:r>
          </a:p>
          <a:p>
            <a:pPr>
              <a:spcAft>
                <a:spcPts val="100"/>
              </a:spcAft>
              <a:defRPr sz="1100">
                <a:solidFill>
                  <a:srgbClr val="7EC68E"/>
                </a:solidFill>
                <a:latin typeface="Consolas"/>
              </a:defRPr>
            </a:pPr>
            <a:r>
              <a:t>RETURN p.name,</a:t>
            </a:r>
          </a:p>
          <a:p>
            <a:pPr>
              <a:spcAft>
                <a:spcPts val="100"/>
              </a:spcAft>
              <a:defRPr sz="1100">
                <a:solidFill>
                  <a:srgbClr val="7EC68E"/>
                </a:solidFill>
                <a:latin typeface="Consolas"/>
              </a:defRPr>
            </a:pPr>
            <a:r>
              <a:t>  CALL { MATCH (p)-[:HAS_SKILL]-&gt;(s:Skill) RETURN count(*) }</a:t>
            </a:r>
          </a:p>
          <a:p>
            <a:pPr>
              <a:spcAft>
                <a:spcPts val="100"/>
              </a:spcAft>
              <a:defRPr sz="1100">
                <a:solidFill>
                  <a:srgbClr val="7EC68E"/>
                </a:solidFill>
                <a:latin typeface="Consolas"/>
              </a:defRPr>
            </a:pPr>
            <a:r>
              <a:t>    AS num_skill,</a:t>
            </a:r>
          </a:p>
          <a:p>
            <a:pPr>
              <a:spcAft>
                <a:spcPts val="100"/>
              </a:spcAft>
              <a:defRPr sz="1100">
                <a:solidFill>
                  <a:srgbClr val="7EC68E"/>
                </a:solidFill>
                <a:latin typeface="Consolas"/>
              </a:defRPr>
            </a:pPr>
            <a:r>
              <a:t>  CALL { MATCH (p)-[:WORKED_ON]-&gt;(proj:Project) RETURN count(*) }</a:t>
            </a:r>
          </a:p>
          <a:p>
            <a:pPr>
              <a:spcAft>
                <a:spcPts val="100"/>
              </a:spcAft>
              <a:defRPr sz="1100">
                <a:solidFill>
                  <a:srgbClr val="7EC68E"/>
                </a:solidFill>
                <a:latin typeface="Consolas"/>
              </a:defRPr>
            </a:pPr>
            <a:r>
              <a:t>    AS num_progetti;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Date, Liste e Mappe</a:t>
            </a:r>
          </a:p>
        </p:txBody>
      </p:sp>
      <p:sp>
        <p:nvSpPr>
          <p:cNvPr id="3" name="TextBox 2"/>
          <p:cNvSpPr txBox="1"/>
          <p:nvPr/>
        </p:nvSpPr>
        <p:spPr>
          <a:xfrm>
            <a:off x="731520" y="1051560"/>
            <a:ext cx="8595360" cy="1371600"/>
          </a:xfrm>
          <a:prstGeom prst="rect">
            <a:avLst/>
          </a:prstGeom>
          <a:noFill/>
        </p:spPr>
        <p:txBody>
          <a:bodyPr wrap="square">
            <a:spAutoFit/>
          </a:bodyPr>
          <a:lstStyle/>
          <a:p>
            <a:pPr algn="l">
              <a:spcAft>
                <a:spcPts val="800"/>
              </a:spcAft>
              <a:defRPr sz="1400">
                <a:solidFill>
                  <a:srgbClr val="FFFFFF"/>
                </a:solidFill>
                <a:latin typeface="Calibri"/>
              </a:defRPr>
            </a:pPr>
            <a:r>
              <a:t>•  Date: date(), datetime(), date.transaction()</a:t>
            </a:r>
          </a:p>
          <a:p>
            <a:pPr algn="l">
              <a:spcAft>
                <a:spcPts val="800"/>
              </a:spcAft>
              <a:defRPr sz="1400">
                <a:solidFill>
                  <a:srgbClr val="FFFFFF"/>
                </a:solidFill>
                <a:latin typeface="Calibri"/>
              </a:defRPr>
            </a:pPr>
            <a:r>
              <a:t>•  Liste: range(0, n), [x IN list | x.prop], reduce()</a:t>
            </a:r>
          </a:p>
          <a:p>
            <a:pPr algn="l">
              <a:spcAft>
                <a:spcPts val="800"/>
              </a:spcAft>
              <a:defRPr sz="1400">
                <a:solidFill>
                  <a:srgbClr val="FFFFFF"/>
                </a:solidFill>
                <a:latin typeface="Calibri"/>
              </a:defRPr>
            </a:pPr>
            <a:r>
              <a:t>•  Mappe: {chiave: valore, ...}, accesso con .key</a:t>
            </a:r>
          </a:p>
          <a:p>
            <a:pPr algn="l">
              <a:spcAft>
                <a:spcPts val="800"/>
              </a:spcAft>
              <a:defRPr sz="1400">
                <a:solidFill>
                  <a:srgbClr val="FFFFFF"/>
                </a:solidFill>
                <a:latin typeface="Calibri"/>
              </a:defRPr>
            </a:pPr>
            <a:r>
              <a:t>•  UNWIND: espande una lista in righe</a:t>
            </a:r>
          </a:p>
        </p:txBody>
      </p:sp>
      <p:sp>
        <p:nvSpPr>
          <p:cNvPr id="4" name="Rectangle 3"/>
          <p:cNvSpPr/>
          <p:nvPr/>
        </p:nvSpPr>
        <p:spPr>
          <a:xfrm>
            <a:off x="731520" y="2743200"/>
            <a:ext cx="8595360" cy="3474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2816352"/>
            <a:ext cx="8375904" cy="3328416"/>
          </a:xfrm>
          <a:prstGeom prst="rect">
            <a:avLst/>
          </a:prstGeom>
          <a:noFill/>
        </p:spPr>
        <p:txBody>
          <a:bodyPr wrap="square">
            <a:spAutoFit/>
          </a:bodyPr>
          <a:lstStyle/>
          <a:p>
            <a:pPr>
              <a:spcAft>
                <a:spcPts val="100"/>
              </a:spcAft>
              <a:defRPr sz="1100">
                <a:solidFill>
                  <a:srgbClr val="7EC68E"/>
                </a:solidFill>
                <a:latin typeface="Consolas"/>
              </a:defRPr>
            </a:pPr>
            <a:r>
              <a:t>// Date:</a:t>
            </a:r>
          </a:p>
          <a:p>
            <a:pPr>
              <a:spcAft>
                <a:spcPts val="100"/>
              </a:spcAft>
              <a:defRPr sz="1100">
                <a:solidFill>
                  <a:srgbClr val="7EC68E"/>
                </a:solidFill>
                <a:latin typeface="Consolas"/>
              </a:defRPr>
            </a:pPr>
            <a:r>
              <a:t>RETURN date() AS oggi,</a:t>
            </a:r>
          </a:p>
          <a:p>
            <a:pPr>
              <a:spcAft>
                <a:spcPts val="100"/>
              </a:spcAft>
              <a:defRPr sz="1100">
                <a:solidFill>
                  <a:srgbClr val="7EC68E"/>
                </a:solidFill>
                <a:latin typeface="Consolas"/>
              </a:defRPr>
            </a:pPr>
            <a:r>
              <a:t>  date("2026-07-01") AS inizio_corso;</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Range + UNWIND per generare righe:</a:t>
            </a:r>
          </a:p>
          <a:p>
            <a:pPr>
              <a:spcAft>
                <a:spcPts val="100"/>
              </a:spcAft>
              <a:defRPr sz="1100">
                <a:solidFill>
                  <a:srgbClr val="7EC68E"/>
                </a:solidFill>
                <a:latin typeface="Consolas"/>
              </a:defRPr>
            </a:pPr>
            <a:r>
              <a:t>UNWIND range(2020, 2026) AS anno</a:t>
            </a:r>
          </a:p>
          <a:p>
            <a:pPr>
              <a:spcAft>
                <a:spcPts val="100"/>
              </a:spcAft>
              <a:defRPr sz="1100">
                <a:solidFill>
                  <a:srgbClr val="7EC68E"/>
                </a:solidFill>
                <a:latin typeface="Consolas"/>
              </a:defRPr>
            </a:pPr>
            <a:r>
              <a:t>RETURN anno;</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List comprehension:</a:t>
            </a:r>
          </a:p>
          <a:p>
            <a:pPr>
              <a:spcAft>
                <a:spcPts val="100"/>
              </a:spcAft>
              <a:defRPr sz="1100">
                <a:solidFill>
                  <a:srgbClr val="7EC68E"/>
                </a:solidFill>
                <a:latin typeface="Consolas"/>
              </a:defRPr>
            </a:pPr>
            <a:r>
              <a:t>WITH [1, 2, 3, 4, 5] AS numeri</a:t>
            </a:r>
          </a:p>
          <a:p>
            <a:pPr>
              <a:spcAft>
                <a:spcPts val="100"/>
              </a:spcAft>
              <a:defRPr sz="1100">
                <a:solidFill>
                  <a:srgbClr val="7EC68E"/>
                </a:solidFill>
                <a:latin typeface="Consolas"/>
              </a:defRPr>
            </a:pPr>
            <a:r>
              <a:t>RETURN [x IN numeri WHERE x &gt; 2 | x * 10] AS trasformati;</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Mappe:</a:t>
            </a:r>
          </a:p>
          <a:p>
            <a:pPr>
              <a:spcAft>
                <a:spcPts val="100"/>
              </a:spcAft>
              <a:defRPr sz="1100">
                <a:solidFill>
                  <a:srgbClr val="7EC68E"/>
                </a:solidFill>
                <a:latin typeface="Consolas"/>
              </a:defRPr>
            </a:pPr>
            <a:r>
              <a:t>RETURN {nome: "Alice", eta: 30}.name AS nome;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Query Tuning: PROFILE ed EXPLAIN</a:t>
            </a:r>
          </a:p>
        </p:txBody>
      </p:sp>
      <p:sp>
        <p:nvSpPr>
          <p:cNvPr id="3" name="TextBox 2"/>
          <p:cNvSpPr txBox="1"/>
          <p:nvPr/>
        </p:nvSpPr>
        <p:spPr>
          <a:xfrm>
            <a:off x="731520" y="1051560"/>
            <a:ext cx="8595360" cy="1371600"/>
          </a:xfrm>
          <a:prstGeom prst="rect">
            <a:avLst/>
          </a:prstGeom>
          <a:noFill/>
        </p:spPr>
        <p:txBody>
          <a:bodyPr wrap="square">
            <a:spAutoFit/>
          </a:bodyPr>
          <a:lstStyle/>
          <a:p>
            <a:pPr algn="l">
              <a:spcAft>
                <a:spcPts val="800"/>
              </a:spcAft>
              <a:defRPr sz="1400">
                <a:solidFill>
                  <a:srgbClr val="FFFFFF"/>
                </a:solidFill>
                <a:latin typeface="Calibri"/>
              </a:defRPr>
            </a:pPr>
            <a:r>
              <a:t>•  EXPLAIN — mostra il piano senza eseguire (stima)</a:t>
            </a:r>
          </a:p>
          <a:p>
            <a:pPr algn="l">
              <a:spcAft>
                <a:spcPts val="800"/>
              </a:spcAft>
              <a:defRPr sz="1400">
                <a:solidFill>
                  <a:srgbClr val="FFFFFF"/>
                </a:solidFill>
                <a:latin typeface="Calibri"/>
              </a:defRPr>
            </a:pPr>
            <a:r>
              <a:t>•  PROFILE — esegue e mostra statistiche reali (dbHits, rows)</a:t>
            </a:r>
          </a:p>
          <a:p>
            <a:pPr algn="l">
              <a:spcAft>
                <a:spcPts val="800"/>
              </a:spcAft>
              <a:defRPr sz="1400">
                <a:solidFill>
                  <a:srgbClr val="FFFFFF"/>
                </a:solidFill>
                <a:latin typeface="Calibri"/>
              </a:defRPr>
            </a:pPr>
            <a:r>
              <a:t>•  Indicatori: AllNodesScan vs NodeByLabelScan vs NodeIndexSeek</a:t>
            </a:r>
          </a:p>
          <a:p>
            <a:pPr algn="l">
              <a:spcAft>
                <a:spcPts val="800"/>
              </a:spcAft>
              <a:defRPr sz="1400">
                <a:solidFill>
                  <a:srgbClr val="FFFFFF"/>
                </a:solidFill>
                <a:latin typeface="Calibri"/>
              </a:defRPr>
            </a:pPr>
            <a:r>
              <a:t>•  CartesianProduct → segnale di pattern non ottimale</a:t>
            </a:r>
          </a:p>
        </p:txBody>
      </p:sp>
      <p:sp>
        <p:nvSpPr>
          <p:cNvPr id="4" name="Rectangle 3"/>
          <p:cNvSpPr/>
          <p:nvPr/>
        </p:nvSpPr>
        <p:spPr>
          <a:xfrm>
            <a:off x="731520" y="2743200"/>
            <a:ext cx="8595360" cy="3474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2816352"/>
            <a:ext cx="8375904" cy="3328416"/>
          </a:xfrm>
          <a:prstGeom prst="rect">
            <a:avLst/>
          </a:prstGeom>
          <a:noFill/>
        </p:spPr>
        <p:txBody>
          <a:bodyPr wrap="square">
            <a:spAutoFit/>
          </a:bodyPr>
          <a:lstStyle/>
          <a:p>
            <a:pPr>
              <a:spcAft>
                <a:spcPts val="100"/>
              </a:spcAft>
              <a:defRPr sz="1100">
                <a:solidFill>
                  <a:srgbClr val="7EC68E"/>
                </a:solidFill>
                <a:latin typeface="Consolas"/>
              </a:defRPr>
            </a:pPr>
            <a:r>
              <a:t>// Piano stimato:</a:t>
            </a:r>
          </a:p>
          <a:p>
            <a:pPr>
              <a:spcAft>
                <a:spcPts val="100"/>
              </a:spcAft>
              <a:defRPr sz="1100">
                <a:solidFill>
                  <a:srgbClr val="7EC68E"/>
                </a:solidFill>
                <a:latin typeface="Consolas"/>
              </a:defRPr>
            </a:pPr>
            <a:r>
              <a:t>EXPLAIN MATCH (p:Person)-[:HAS_SKILL]-&gt;(s:Skill)</a:t>
            </a:r>
          </a:p>
          <a:p>
            <a:pPr>
              <a:spcAft>
                <a:spcPts val="100"/>
              </a:spcAft>
              <a:defRPr sz="1100">
                <a:solidFill>
                  <a:srgbClr val="7EC68E"/>
                </a:solidFill>
                <a:latin typeface="Consolas"/>
              </a:defRPr>
            </a:pPr>
            <a:r>
              <a:t>WHERE p.location = "Roma"</a:t>
            </a:r>
          </a:p>
          <a:p>
            <a:pPr>
              <a:spcAft>
                <a:spcPts val="100"/>
              </a:spcAft>
              <a:defRPr sz="1100">
                <a:solidFill>
                  <a:srgbClr val="7EC68E"/>
                </a:solidFill>
                <a:latin typeface="Consolas"/>
              </a:defRPr>
            </a:pPr>
            <a:r>
              <a:t>RETURN p.name, s.name;</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Esecuzione con metriche reali:</a:t>
            </a:r>
          </a:p>
          <a:p>
            <a:pPr>
              <a:spcAft>
                <a:spcPts val="100"/>
              </a:spcAft>
              <a:defRPr sz="1100">
                <a:solidFill>
                  <a:srgbClr val="7EC68E"/>
                </a:solidFill>
                <a:latin typeface="Consolas"/>
              </a:defRPr>
            </a:pPr>
            <a:r>
              <a:t>PROFILE MATCH (p:Person {location: "Roma"})</a:t>
            </a:r>
          </a:p>
          <a:p>
            <a:pPr>
              <a:spcAft>
                <a:spcPts val="100"/>
              </a:spcAft>
              <a:defRPr sz="1100">
                <a:solidFill>
                  <a:srgbClr val="7EC68E"/>
                </a:solidFill>
                <a:latin typeface="Consolas"/>
              </a:defRPr>
            </a:pPr>
            <a:r>
              <a:t>  -[:HAS_SKILL]-&gt;(s:Skill)</a:t>
            </a:r>
          </a:p>
          <a:p>
            <a:pPr>
              <a:spcAft>
                <a:spcPts val="100"/>
              </a:spcAft>
              <a:defRPr sz="1100">
                <a:solidFill>
                  <a:srgbClr val="7EC68E"/>
                </a:solidFill>
                <a:latin typeface="Consolas"/>
              </a:defRPr>
            </a:pPr>
            <a:r>
              <a:t>RETURN p.name, s.name;</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Cosa cercare:</a:t>
            </a:r>
          </a:p>
          <a:p>
            <a:pPr>
              <a:spcAft>
                <a:spcPts val="100"/>
              </a:spcAft>
              <a:defRPr sz="1100">
                <a:solidFill>
                  <a:srgbClr val="7EC68E"/>
                </a:solidFill>
                <a:latin typeface="Consolas"/>
              </a:defRPr>
            </a:pPr>
            <a:r>
              <a:t>// - NodeIndexSeek  bene (usa indice)</a:t>
            </a:r>
          </a:p>
          <a:p>
            <a:pPr>
              <a:spcAft>
                <a:spcPts val="100"/>
              </a:spcAft>
              <a:defRPr sz="1100">
                <a:solidFill>
                  <a:srgbClr val="7EC68E"/>
                </a:solidFill>
                <a:latin typeface="Consolas"/>
              </a:defRPr>
            </a:pPr>
            <a:r>
              <a:t>// - AllNodesScan   male (scan completo)</a:t>
            </a:r>
          </a:p>
          <a:p>
            <a:pPr>
              <a:spcAft>
                <a:spcPts val="100"/>
              </a:spcAft>
              <a:defRPr sz="1100">
                <a:solidFill>
                  <a:srgbClr val="7EC68E"/>
                </a:solidFill>
                <a:latin typeface="Consolas"/>
              </a:defRPr>
            </a:pPr>
            <a:r>
              <a:t>// - dbHits alti    candidato a ottimizzazione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APOC: Procedure Standard</a:t>
            </a:r>
          </a:p>
        </p:txBody>
      </p:sp>
      <p:sp>
        <p:nvSpPr>
          <p:cNvPr id="3" name="TextBox 2"/>
          <p:cNvSpPr txBox="1"/>
          <p:nvPr/>
        </p:nvSpPr>
        <p:spPr>
          <a:xfrm>
            <a:off x="731520" y="1051560"/>
            <a:ext cx="8595360" cy="1371600"/>
          </a:xfrm>
          <a:prstGeom prst="rect">
            <a:avLst/>
          </a:prstGeom>
          <a:noFill/>
        </p:spPr>
        <p:txBody>
          <a:bodyPr wrap="square">
            <a:spAutoFit/>
          </a:bodyPr>
          <a:lstStyle/>
          <a:p>
            <a:pPr algn="l">
              <a:spcAft>
                <a:spcPts val="800"/>
              </a:spcAft>
              <a:defRPr sz="1400">
                <a:solidFill>
                  <a:srgbClr val="FFFFFF"/>
                </a:solidFill>
                <a:latin typeface="Calibri"/>
              </a:defRPr>
            </a:pPr>
            <a:r>
              <a:t>•  APOC = Awesome Procedures On Cypher (libreria ufficiale)</a:t>
            </a:r>
          </a:p>
          <a:p>
            <a:pPr algn="l">
              <a:spcAft>
                <a:spcPts val="800"/>
              </a:spcAft>
              <a:defRPr sz="1400">
                <a:solidFill>
                  <a:srgbClr val="FFFFFF"/>
                </a:solidFill>
                <a:latin typeface="Calibri"/>
              </a:defRPr>
            </a:pPr>
            <a:r>
              <a:t>•  Già disponibile su AuraDB (sottoinsieme)</a:t>
            </a:r>
          </a:p>
          <a:p>
            <a:pPr algn="l">
              <a:spcAft>
                <a:spcPts val="800"/>
              </a:spcAft>
              <a:defRPr sz="1400">
                <a:solidFill>
                  <a:srgbClr val="FFFFFF"/>
                </a:solidFill>
                <a:latin typeface="Calibri"/>
              </a:defRPr>
            </a:pPr>
            <a:r>
              <a:t>•  Utilità: apoc.load.csv, apoc.periodic.iterate, apoc.coll.*</a:t>
            </a:r>
          </a:p>
          <a:p>
            <a:pPr algn="l">
              <a:spcAft>
                <a:spcPts val="800"/>
              </a:spcAft>
              <a:defRPr sz="1400">
                <a:solidFill>
                  <a:srgbClr val="FFFFFF"/>
                </a:solidFill>
                <a:latin typeface="Calibri"/>
              </a:defRPr>
            </a:pPr>
            <a:r>
              <a:t>•  Conversioni: apoc.convert.*, apoc.text.*, apoc.date.*</a:t>
            </a:r>
          </a:p>
        </p:txBody>
      </p:sp>
      <p:sp>
        <p:nvSpPr>
          <p:cNvPr id="4" name="Rectangle 3"/>
          <p:cNvSpPr/>
          <p:nvPr/>
        </p:nvSpPr>
        <p:spPr>
          <a:xfrm>
            <a:off x="731520" y="2743200"/>
            <a:ext cx="8595360" cy="3474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2816352"/>
            <a:ext cx="8375904" cy="3328416"/>
          </a:xfrm>
          <a:prstGeom prst="rect">
            <a:avLst/>
          </a:prstGeom>
          <a:noFill/>
        </p:spPr>
        <p:txBody>
          <a:bodyPr wrap="square">
            <a:spAutoFit/>
          </a:bodyPr>
          <a:lstStyle/>
          <a:p>
            <a:pPr>
              <a:spcAft>
                <a:spcPts val="100"/>
              </a:spcAft>
              <a:defRPr sz="1100">
                <a:solidFill>
                  <a:srgbClr val="7EC68E"/>
                </a:solidFill>
                <a:latin typeface="Consolas"/>
              </a:defRPr>
            </a:pPr>
            <a:r>
              <a:t>// Unire due liste:</a:t>
            </a:r>
          </a:p>
          <a:p>
            <a:pPr>
              <a:spcAft>
                <a:spcPts val="100"/>
              </a:spcAft>
              <a:defRPr sz="1100">
                <a:solidFill>
                  <a:srgbClr val="7EC68E"/>
                </a:solidFill>
                <a:latin typeface="Consolas"/>
              </a:defRPr>
            </a:pPr>
            <a:r>
              <a:t>RETURN apoc.coll.zip([1,2,3], ["a","b","c"]) AS zippato;</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Pulizia testo:</a:t>
            </a:r>
          </a:p>
          <a:p>
            <a:pPr>
              <a:spcAft>
                <a:spcPts val="100"/>
              </a:spcAft>
              <a:defRPr sz="1100">
                <a:solidFill>
                  <a:srgbClr val="7EC68E"/>
                </a:solidFill>
                <a:latin typeface="Consolas"/>
              </a:defRPr>
            </a:pPr>
            <a:r>
              <a:t>RETURN apoc.text.clean("Hello World!") AS pulito;</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Caricamento CSV con APOC:</a:t>
            </a:r>
          </a:p>
          <a:p>
            <a:pPr>
              <a:spcAft>
                <a:spcPts val="100"/>
              </a:spcAft>
              <a:defRPr sz="1100">
                <a:solidFill>
                  <a:srgbClr val="7EC68E"/>
                </a:solidFill>
                <a:latin typeface="Consolas"/>
              </a:defRPr>
            </a:pPr>
            <a:r>
              <a:t>CALL apoc.load.csv("file:///persone.csv")</a:t>
            </a:r>
          </a:p>
          <a:p>
            <a:pPr>
              <a:spcAft>
                <a:spcPts val="100"/>
              </a:spcAft>
              <a:defRPr sz="1100">
                <a:solidFill>
                  <a:srgbClr val="7EC68E"/>
                </a:solidFill>
                <a:latin typeface="Consolas"/>
              </a:defRPr>
            </a:pPr>
            <a:r>
              <a:t>YIELD map AS row</a:t>
            </a:r>
          </a:p>
          <a:p>
            <a:pPr>
              <a:spcAft>
                <a:spcPts val="100"/>
              </a:spcAft>
              <a:defRPr sz="1100">
                <a:solidFill>
                  <a:srgbClr val="7EC68E"/>
                </a:solidFill>
                <a:latin typeface="Consolas"/>
              </a:defRPr>
            </a:pPr>
            <a:r>
              <a:t>MERGE (p:Person {id: row.id})</a:t>
            </a:r>
          </a:p>
          <a:p>
            <a:pPr>
              <a:spcAft>
                <a:spcPts val="100"/>
              </a:spcAft>
              <a:defRPr sz="1100">
                <a:solidFill>
                  <a:srgbClr val="7EC68E"/>
                </a:solidFill>
                <a:latin typeface="Consolas"/>
              </a:defRPr>
            </a:pPr>
            <a:r>
              <a:t>  SET p.name = row.name;</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Esecuzione periodica batch:</a:t>
            </a:r>
          </a:p>
          <a:p>
            <a:pPr>
              <a:spcAft>
                <a:spcPts val="100"/>
              </a:spcAft>
              <a:defRPr sz="1100">
                <a:solidFill>
                  <a:srgbClr val="7EC68E"/>
                </a:solidFill>
                <a:latin typeface="Consolas"/>
              </a:defRPr>
            </a:pPr>
            <a:r>
              <a:t>CALL apoc.periodic.iterate(</a:t>
            </a:r>
          </a:p>
          <a:p>
            <a:pPr>
              <a:spcAft>
                <a:spcPts val="100"/>
              </a:spcAft>
              <a:defRPr sz="1100">
                <a:solidFill>
                  <a:srgbClr val="7EC68E"/>
                </a:solidFill>
                <a:latin typeface="Consolas"/>
              </a:defRPr>
            </a:pPr>
            <a:r>
              <a:t>  "MATCH (p:Person) RETURN p",</a:t>
            </a:r>
          </a:p>
          <a:p>
            <a:pPr>
              <a:spcAft>
                <a:spcPts val="100"/>
              </a:spcAft>
              <a:defRPr sz="1100">
                <a:solidFill>
                  <a:srgbClr val="7EC68E"/>
                </a:solidFill>
                <a:latin typeface="Consolas"/>
              </a:defRPr>
            </a:pPr>
            <a:r>
              <a:t>  "SET p.aggiornato = timestamp()",</a:t>
            </a:r>
          </a:p>
          <a:p>
            <a:pPr>
              <a:spcAft>
                <a:spcPts val="100"/>
              </a:spcAft>
              <a:defRPr sz="1100">
                <a:solidFill>
                  <a:srgbClr val="7EC68E"/>
                </a:solidFill>
                <a:latin typeface="Consolas"/>
              </a:defRPr>
            </a:pPr>
            <a:r>
              <a:t>  {batchSize: 100})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Esercizi</a:t>
            </a:r>
          </a:p>
        </p:txBody>
      </p:sp>
      <p:sp>
        <p:nvSpPr>
          <p:cNvPr id="3" name="TextBox 2"/>
          <p:cNvSpPr txBox="1"/>
          <p:nvPr/>
        </p:nvSpPr>
        <p:spPr>
          <a:xfrm>
            <a:off x="731520" y="1143000"/>
            <a:ext cx="8595360" cy="4114800"/>
          </a:xfrm>
          <a:prstGeom prst="rect">
            <a:avLst/>
          </a:prstGeom>
          <a:noFill/>
        </p:spPr>
        <p:txBody>
          <a:bodyPr wrap="square">
            <a:spAutoFit/>
          </a:bodyPr>
          <a:lstStyle/>
          <a:p>
            <a:pPr algn="l">
              <a:spcAft>
                <a:spcPts val="1300"/>
              </a:spcAft>
              <a:defRPr sz="1500">
                <a:solidFill>
                  <a:srgbClr val="FFFFFF"/>
                </a:solidFill>
                <a:latin typeface="Calibri"/>
              </a:defRPr>
            </a:pPr>
            <a:r>
              <a:t>•  Trova le 5 skill più diffuse tra i dipendenti</a:t>
            </a:r>
          </a:p>
          <a:p>
            <a:pPr algn="l">
              <a:spcAft>
                <a:spcPts val="1300"/>
              </a:spcAft>
              <a:defRPr sz="1500">
                <a:solidFill>
                  <a:srgbClr val="FFFFFF"/>
                </a:solidFill>
                <a:latin typeface="Calibri"/>
              </a:defRPr>
            </a:pPr>
            <a:r>
              <a:t>•  Per ogni persona, conta skill e progetti (subquery correlate)</a:t>
            </a:r>
          </a:p>
          <a:p>
            <a:pPr algn="l">
              <a:spcAft>
                <a:spcPts val="1300"/>
              </a:spcAft>
              <a:defRPr sz="1500">
                <a:solidFill>
                  <a:srgbClr val="FFFFFF"/>
                </a:solidFill>
                <a:latin typeface="Calibri"/>
              </a:defRPr>
            </a:pPr>
            <a:r>
              <a:t>•  Trova il cammino minimo tra due impiegati qualsiasi</a:t>
            </a:r>
          </a:p>
          <a:p>
            <a:pPr algn="l">
              <a:spcAft>
                <a:spcPts val="1300"/>
              </a:spcAft>
              <a:defRPr sz="1500">
                <a:solidFill>
                  <a:srgbClr val="FFFFFF"/>
                </a:solidFill>
                <a:latin typeface="Calibri"/>
              </a:defRPr>
            </a:pPr>
            <a:r>
              <a:t>•  Skill overlap: impiegati che condividono almeno 3 skill</a:t>
            </a:r>
          </a:p>
          <a:p>
            <a:pPr algn="l">
              <a:spcAft>
                <a:spcPts val="1300"/>
              </a:spcAft>
              <a:defRPr sz="1500">
                <a:solidFill>
                  <a:srgbClr val="FFFFFF"/>
                </a:solidFill>
                <a:latin typeface="Calibri"/>
              </a:defRPr>
            </a:pPr>
            <a:r>
              <a:t>•  Catena di comando: persone sotto uno stesso supervisor (path variabile)</a:t>
            </a:r>
          </a:p>
          <a:p>
            <a:pPr algn="l">
              <a:spcAft>
                <a:spcPts val="1300"/>
              </a:spcAft>
              <a:defRPr sz="1500">
                <a:solidFill>
                  <a:srgbClr val="FFFFFF"/>
                </a:solidFill>
                <a:latin typeface="Calibri"/>
              </a:defRPr>
            </a:pPr>
            <a:r>
              <a:t>•  Paginazione: mostra le persone 11–20 in ordine alfabetico</a:t>
            </a:r>
          </a:p>
        </p:txBody>
      </p:sp>
      <p:sp>
        <p:nvSpPr>
          <p:cNvPr id="4" name="TextBox 3"/>
          <p:cNvSpPr txBox="1"/>
          <p:nvPr/>
        </p:nvSpPr>
        <p:spPr>
          <a:xfrm>
            <a:off x="731520" y="5303520"/>
            <a:ext cx="8595360" cy="365760"/>
          </a:xfrm>
          <a:prstGeom prst="rect">
            <a:avLst/>
          </a:prstGeom>
          <a:noFill/>
        </p:spPr>
        <p:txBody>
          <a:bodyPr wrap="square">
            <a:spAutoFit/>
          </a:bodyPr>
          <a:lstStyle/>
          <a:p>
            <a:pPr algn="l">
              <a:defRPr sz="1300" b="0">
                <a:solidFill>
                  <a:srgbClr val="F0C040"/>
                </a:solidFill>
                <a:latin typeface="Calibri"/>
              </a:defRPr>
            </a:pPr>
            <a:r>
              <a:t>Le soluzioni sono nel notebook della Sessione 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Punti Chiave</a:t>
            </a:r>
          </a:p>
        </p:txBody>
      </p:sp>
      <p:sp>
        <p:nvSpPr>
          <p:cNvPr id="3" name="TextBox 2"/>
          <p:cNvSpPr txBox="1"/>
          <p:nvPr/>
        </p:nvSpPr>
        <p:spPr>
          <a:xfrm>
            <a:off x="731520" y="1143000"/>
            <a:ext cx="8595360" cy="5029200"/>
          </a:xfrm>
          <a:prstGeom prst="rect">
            <a:avLst/>
          </a:prstGeom>
          <a:noFill/>
        </p:spPr>
        <p:txBody>
          <a:bodyPr wrap="square">
            <a:spAutoFit/>
          </a:bodyPr>
          <a:lstStyle/>
          <a:p>
            <a:pPr algn="l">
              <a:spcAft>
                <a:spcPts val="1300"/>
              </a:spcAft>
              <a:defRPr sz="1500">
                <a:solidFill>
                  <a:srgbClr val="FFFFFF"/>
                </a:solidFill>
                <a:latin typeface="Calibri"/>
              </a:defRPr>
            </a:pPr>
            <a:r>
              <a:t>•  Pattern MATCH con path variables e multi-hop: espressività del grafo</a:t>
            </a:r>
          </a:p>
          <a:p>
            <a:pPr algn="l">
              <a:spcAft>
                <a:spcPts val="1300"/>
              </a:spcAft>
              <a:defRPr sz="1500">
                <a:solidFill>
                  <a:srgbClr val="FFFFFF"/>
                </a:solidFill>
                <a:latin typeface="Calibri"/>
              </a:defRPr>
            </a:pPr>
            <a:r>
              <a:t>•  MERGE è idempotente — preferiscilo a CREATE per caricamenti ripetuti</a:t>
            </a:r>
          </a:p>
          <a:p>
            <a:pPr algn="l">
              <a:spcAft>
                <a:spcPts val="1300"/>
              </a:spcAft>
              <a:defRPr sz="1500">
                <a:solidFill>
                  <a:srgbClr val="FFFFFF"/>
                </a:solidFill>
                <a:latin typeface="Calibri"/>
              </a:defRPr>
            </a:pPr>
            <a:r>
              <a:t>•  WHERE supporta AND/OR/IN/CONTAINS per filtri complessi</a:t>
            </a:r>
          </a:p>
          <a:p>
            <a:pPr algn="l">
              <a:spcAft>
                <a:spcPts val="1300"/>
              </a:spcAft>
              <a:defRPr sz="1500">
                <a:solidFill>
                  <a:srgbClr val="FFFFFF"/>
                </a:solidFill>
                <a:latin typeface="Calibri"/>
              </a:defRPr>
            </a:pPr>
            <a:r>
              <a:t>•  Aggregazioni: COUNT, COLLECT, AVG senza GROUP BY esplicito</a:t>
            </a:r>
          </a:p>
          <a:p>
            <a:pPr algn="l">
              <a:spcAft>
                <a:spcPts val="1300"/>
              </a:spcAft>
              <a:defRPr sz="1500">
                <a:solidFill>
                  <a:srgbClr val="FFFFFF"/>
                </a:solidFill>
                <a:latin typeface="Calibri"/>
              </a:defRPr>
            </a:pPr>
            <a:r>
              <a:t>•  Subquery CALL { ... } per UNION e conteggi multipli</a:t>
            </a:r>
          </a:p>
          <a:p>
            <a:pPr algn="l">
              <a:spcAft>
                <a:spcPts val="1300"/>
              </a:spcAft>
              <a:defRPr sz="1500">
                <a:solidFill>
                  <a:srgbClr val="FFFFFF"/>
                </a:solidFill>
                <a:latin typeface="Calibri"/>
              </a:defRPr>
            </a:pPr>
            <a:r>
              <a:t>•  PROFILE per diagnosticare performance (cerca NodeIndexSeek)</a:t>
            </a:r>
          </a:p>
          <a:p>
            <a:pPr algn="l">
              <a:spcAft>
                <a:spcPts val="1300"/>
              </a:spcAft>
              <a:defRPr sz="1500">
                <a:solidFill>
                  <a:srgbClr val="FFFFFF"/>
                </a:solidFill>
                <a:latin typeface="Calibri"/>
              </a:defRPr>
            </a:pPr>
            <a:r>
              <a:t>•  APOC estende Cypher con centinaia di utilità</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Rectangle 1"/>
          <p:cNvSpPr/>
          <p:nvPr/>
        </p:nvSpPr>
        <p:spPr>
          <a:xfrm>
            <a:off x="731520" y="237744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31520"/>
            <a:ext cx="10058400" cy="1097280"/>
          </a:xfrm>
          <a:prstGeom prst="rect">
            <a:avLst/>
          </a:prstGeom>
          <a:noFill/>
        </p:spPr>
        <p:txBody>
          <a:bodyPr wrap="square">
            <a:spAutoFit/>
          </a:bodyPr>
          <a:lstStyle/>
          <a:p>
            <a:pPr algn="ctr">
              <a:defRPr sz="4200" b="1">
                <a:solidFill>
                  <a:srgbClr val="F0C040"/>
                </a:solidFill>
                <a:latin typeface="Calibri"/>
              </a:defRPr>
            </a:pPr>
            <a:r>
              <a:t>Alla prossima!</a:t>
            </a:r>
          </a:p>
        </p:txBody>
      </p:sp>
      <p:sp>
        <p:nvSpPr>
          <p:cNvPr id="4" name="TextBox 3"/>
          <p:cNvSpPr txBox="1"/>
          <p:nvPr/>
        </p:nvSpPr>
        <p:spPr>
          <a:xfrm>
            <a:off x="914400" y="2651760"/>
            <a:ext cx="10058400" cy="548640"/>
          </a:xfrm>
          <a:prstGeom prst="rect">
            <a:avLst/>
          </a:prstGeom>
          <a:noFill/>
        </p:spPr>
        <p:txBody>
          <a:bodyPr wrap="square">
            <a:spAutoFit/>
          </a:bodyPr>
          <a:lstStyle/>
          <a:p>
            <a:pPr algn="ctr">
              <a:defRPr sz="2400" b="0">
                <a:solidFill>
                  <a:srgbClr val="FFFFFF"/>
                </a:solidFill>
                <a:latin typeface="Calibri"/>
              </a:defRPr>
            </a:pPr>
            <a:r>
              <a:t>Sessione 3: Data Modeling &amp; Import</a:t>
            </a:r>
          </a:p>
        </p:txBody>
      </p:sp>
      <p:sp>
        <p:nvSpPr>
          <p:cNvPr id="5" name="TextBox 4"/>
          <p:cNvSpPr txBox="1"/>
          <p:nvPr/>
        </p:nvSpPr>
        <p:spPr>
          <a:xfrm>
            <a:off x="2286000" y="3566160"/>
            <a:ext cx="8229600" cy="2286000"/>
          </a:xfrm>
          <a:prstGeom prst="rect">
            <a:avLst/>
          </a:prstGeom>
          <a:noFill/>
        </p:spPr>
        <p:txBody>
          <a:bodyPr wrap="square">
            <a:spAutoFit/>
          </a:bodyPr>
          <a:lstStyle/>
          <a:p>
            <a:pPr algn="l">
              <a:spcAft>
                <a:spcPts val="1200"/>
              </a:spcAft>
              <a:defRPr sz="1400">
                <a:solidFill>
                  <a:srgbClr val="CCCCCC"/>
                </a:solidFill>
                <a:latin typeface="Calibri"/>
              </a:defRPr>
            </a:pPr>
            <a:r>
              <a:t>•  Pattern di modellazione: fan-out, hyperedge</a:t>
            </a:r>
          </a:p>
          <a:p>
            <a:pPr algn="l">
              <a:spcAft>
                <a:spcPts val="1200"/>
              </a:spcAft>
              <a:defRPr sz="1400">
                <a:solidFill>
                  <a:srgbClr val="CCCCCC"/>
                </a:solidFill>
                <a:latin typeface="Calibri"/>
              </a:defRPr>
            </a:pPr>
            <a:r>
              <a:t>•  Da relazione a grafo: mappatura tabella → nodi/relazioni</a:t>
            </a:r>
          </a:p>
          <a:p>
            <a:pPr algn="l">
              <a:spcAft>
                <a:spcPts val="1200"/>
              </a:spcAft>
              <a:defRPr sz="1400">
                <a:solidFill>
                  <a:srgbClr val="CCCCCC"/>
                </a:solidFill>
                <a:latin typeface="Calibri"/>
              </a:defRPr>
            </a:pPr>
            <a:r>
              <a:t>•  Antipattern: supernodi, abuso di proprietà</a:t>
            </a:r>
          </a:p>
          <a:p>
            <a:pPr algn="l">
              <a:spcAft>
                <a:spcPts val="1200"/>
              </a:spcAft>
              <a:defRPr sz="1400">
                <a:solidFill>
                  <a:srgbClr val="CCCCCC"/>
                </a:solidFill>
                <a:latin typeface="Calibri"/>
              </a:defRPr>
            </a:pPr>
            <a:r>
              <a:t>•  Constraints e indici (UNIQUE, RANGE, TEXT)</a:t>
            </a:r>
          </a:p>
          <a:p>
            <a:pPr algn="l">
              <a:spcAft>
                <a:spcPts val="1200"/>
              </a:spcAft>
              <a:defRPr sz="1400">
                <a:solidFill>
                  <a:srgbClr val="CCCCCC"/>
                </a:solidFill>
                <a:latin typeface="Calibri"/>
              </a:defRPr>
            </a:pPr>
            <a:r>
              <a:t>•  LOAD CSV e strumenti di import</a:t>
            </a:r>
          </a:p>
          <a:p>
            <a:pPr algn="l">
              <a:spcAft>
                <a:spcPts val="1200"/>
              </a:spcAft>
              <a:defRPr sz="1400">
                <a:solidFill>
                  <a:srgbClr val="CCCCCC"/>
                </a:solidFill>
                <a:latin typeface="Calibri"/>
              </a:defRPr>
            </a:pPr>
            <a:r>
              <a:t>•  Refactoring Org Graph con nuove labels</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ptIjPmYduDEihDAvnsmSINQ"/>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pMCiS0.yx0EOD8F1j3NQrHQ"/>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pzz079BM2o06hslZIU5JQRQ"/>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1_AWS Summit">
  <a:themeElements>
    <a:clrScheme name="Summits 2023">
      <a:dk1>
        <a:sysClr val="windowText" lastClr="000000"/>
      </a:dk1>
      <a:lt1>
        <a:sysClr val="window" lastClr="FFFFFF"/>
      </a:lt1>
      <a:dk2>
        <a:srgbClr val="000036"/>
      </a:dk2>
      <a:lt2>
        <a:srgbClr val="F2F4F4"/>
      </a:lt2>
      <a:accent1>
        <a:srgbClr val="289EFF"/>
      </a:accent1>
      <a:accent2>
        <a:srgbClr val="0D9F91"/>
      </a:accent2>
      <a:accent3>
        <a:srgbClr val="7E4FF3"/>
      </a:accent3>
      <a:accent4>
        <a:srgbClr val="DB2BB6"/>
      </a:accent4>
      <a:accent5>
        <a:srgbClr val="3B3BA8"/>
      </a:accent5>
      <a:accent6>
        <a:srgbClr val="FFAE00"/>
      </a:accent6>
      <a:hlink>
        <a:srgbClr val="289EFF"/>
      </a:hlink>
      <a:folHlink>
        <a:srgbClr val="289EFF"/>
      </a:folHlink>
    </a:clrScheme>
    <a:fontScheme name="Ember Display Heavy Normal">
      <a:majorFont>
        <a:latin typeface="Amazon Ember Display Heavy"/>
        <a:ea typeface=""/>
        <a:cs typeface=""/>
      </a:majorFont>
      <a:minorFont>
        <a:latin typeface="Amazon Ember Displa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5"/>
        </a:solidFill>
        <a:ln>
          <a:noFill/>
        </a:ln>
      </a:spPr>
      <a:bodyPr rtlCol="0" anchor="ctr"/>
      <a:lstStyle>
        <a:defPPr algn="ctr">
          <a:defRPr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19050" cap="rnd">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rIns="0" rtlCol="0">
        <a:spAutoFit/>
      </a:bodyPr>
      <a:lstStyle>
        <a:defPPr algn="ctr">
          <a:defRPr dirty="0" err="1" smtClean="0"/>
        </a:defPPr>
      </a:lstStyle>
    </a:txDef>
  </a:objectDefaults>
  <a:extraClrSchemeLst/>
  <a:extLst>
    <a:ext uri="{05A4C25C-085E-4340-85A3-A5531E510DB2}">
      <thm15:themeFamily xmlns:thm15="http://schemas.microsoft.com/office/thememl/2012/main" name="Summits2023_Template_E5_20221104.potx" id="{A56BE9F4-D30D-4077-9DE6-56BC56D8BE09}" vid="{A27EAEEB-49CB-4ED0-B294-A2D0142F5203}"/>
    </a:ext>
  </a:extLst>
</a:theme>
</file>

<file path=docMetadata/LabelInfo.xml><?xml version="1.0" encoding="utf-8"?>
<clbl:labelList xmlns:clbl="http://schemas.microsoft.com/office/2020/mipLabelMetadata">
  <clbl:label id="{bb5d96ea-ab39-44a0-a6d6-b6f0aac5958b}" enabled="1" method="Privileged" siteId="{76a2ae5a-9f00-4f6b-95ed-5d33d77c4d61}" contentBits="0" removed="0"/>
</clbl:labelList>
</file>

<file path=docProps/app.xml><?xml version="1.0" encoding="utf-8"?>
<Properties xmlns="http://schemas.openxmlformats.org/officeDocument/2006/extended-properties" xmlns:vt="http://schemas.openxmlformats.org/officeDocument/2006/docPropsVTypes">
  <TotalTime>2</TotalTime>
  <Words>0</Words>
  <Application>Microsoft Office PowerPoint</Application>
  <PresentationFormat>Widescreen</PresentationFormat>
  <Paragraphs>0</Paragraphs>
  <Slides>1</Slides>
  <Notes>0</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1</vt:i4>
      </vt:variant>
    </vt:vector>
  </HeadingPairs>
  <TitlesOfParts>
    <vt:vector size="8" baseType="lpstr">
      <vt:lpstr>Amazon Ember Display</vt:lpstr>
      <vt:lpstr>Arial</vt:lpstr>
      <vt:lpstr>Helvetica Light</vt:lpstr>
      <vt:lpstr>Ubuntu</vt:lpstr>
      <vt:lpstr>Wingdings</vt:lpstr>
      <vt:lpstr>1_AWS Summit</vt:lpstr>
      <vt:lpstr>think-cell Slide</vt:lpstr>
      <vt:lpstr>PowerPoint Presentation</vt:lpstr>
    </vt:vector>
  </TitlesOfParts>
  <Company>Capgemini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BOCCHI, LEONARDO</dc:creator>
  <cp:lastModifiedBy>BOCCHI, LEONARDO</cp:lastModifiedBy>
  <cp:revision>1</cp:revision>
  <dcterms:created xsi:type="dcterms:W3CDTF">2026-07-10T07:18:38Z</dcterms:created>
  <dcterms:modified xsi:type="dcterms:W3CDTF">2026-07-10T07:20:50Z</dcterms:modified>
</cp:coreProperties>
</file>